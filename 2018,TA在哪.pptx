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5999738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6357" autoAdjust="0"/>
  </p:normalViewPr>
  <p:slideViewPr>
    <p:cSldViewPr snapToGrid="0">
      <p:cViewPr>
        <p:scale>
          <a:sx n="125" d="100"/>
          <a:sy n="125" d="100"/>
        </p:scale>
        <p:origin x="-4254" y="-2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2062083"/>
            <a:ext cx="26999804" cy="4386662"/>
          </a:xfrm>
        </p:spPr>
        <p:txBody>
          <a:bodyPr anchor="b"/>
          <a:lstStyle>
            <a:lvl1pPr algn="ctr">
              <a:defRPr sz="11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6617911"/>
            <a:ext cx="26999804" cy="3042080"/>
          </a:xfrm>
        </p:spPr>
        <p:txBody>
          <a:bodyPr/>
          <a:lstStyle>
            <a:lvl1pPr marL="0" indent="0" algn="ctr">
              <a:buNone/>
              <a:defRPr sz="4410"/>
            </a:lvl1pPr>
            <a:lvl2pPr marL="840014" indent="0" algn="ctr">
              <a:buNone/>
              <a:defRPr sz="3675"/>
            </a:lvl2pPr>
            <a:lvl3pPr marL="1680027" indent="0" algn="ctr">
              <a:buNone/>
              <a:defRPr sz="3307"/>
            </a:lvl3pPr>
            <a:lvl4pPr marL="2520041" indent="0" algn="ctr">
              <a:buNone/>
              <a:defRPr sz="2940"/>
            </a:lvl4pPr>
            <a:lvl5pPr marL="3360054" indent="0" algn="ctr">
              <a:buNone/>
              <a:defRPr sz="2940"/>
            </a:lvl5pPr>
            <a:lvl6pPr marL="4200068" indent="0" algn="ctr">
              <a:buNone/>
              <a:defRPr sz="2940"/>
            </a:lvl6pPr>
            <a:lvl7pPr marL="5040081" indent="0" algn="ctr">
              <a:buNone/>
              <a:defRPr sz="2940"/>
            </a:lvl7pPr>
            <a:lvl8pPr marL="5880095" indent="0" algn="ctr">
              <a:buNone/>
              <a:defRPr sz="2940"/>
            </a:lvl8pPr>
            <a:lvl9pPr marL="6720108" indent="0" algn="ctr">
              <a:buNone/>
              <a:defRPr sz="29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81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47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3141249"/>
            <a:ext cx="31049774" cy="5241244"/>
          </a:xfrm>
        </p:spPr>
        <p:txBody>
          <a:bodyPr anchor="b"/>
          <a:lstStyle>
            <a:lvl1pPr>
              <a:defRPr sz="11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8432077"/>
            <a:ext cx="31049774" cy="2756246"/>
          </a:xfrm>
        </p:spPr>
        <p:txBody>
          <a:bodyPr/>
          <a:lstStyle>
            <a:lvl1pPr marL="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1pPr>
            <a:lvl2pPr marL="840014" indent="0">
              <a:buNone/>
              <a:defRPr sz="3675">
                <a:solidFill>
                  <a:schemeClr val="tx1">
                    <a:tint val="75000"/>
                  </a:schemeClr>
                </a:solidFill>
              </a:defRPr>
            </a:lvl2pPr>
            <a:lvl3pPr marL="168002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3pPr>
            <a:lvl4pPr marL="2520041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4pPr>
            <a:lvl5pPr marL="3360054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5pPr>
            <a:lvl6pPr marL="4200068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6pPr>
            <a:lvl7pPr marL="5040081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7pPr>
            <a:lvl8pPr marL="5880095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8pPr>
            <a:lvl9pPr marL="6720108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91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3354163"/>
            <a:ext cx="15299889" cy="799457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3354163"/>
            <a:ext cx="15299889" cy="799457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59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670834"/>
            <a:ext cx="31049774" cy="24354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3088748"/>
            <a:ext cx="15229575" cy="1513748"/>
          </a:xfrm>
        </p:spPr>
        <p:txBody>
          <a:bodyPr anchor="b"/>
          <a:lstStyle>
            <a:lvl1pPr marL="0" indent="0">
              <a:buNone/>
              <a:defRPr sz="4410" b="1"/>
            </a:lvl1pPr>
            <a:lvl2pPr marL="840014" indent="0">
              <a:buNone/>
              <a:defRPr sz="3675" b="1"/>
            </a:lvl2pPr>
            <a:lvl3pPr marL="1680027" indent="0">
              <a:buNone/>
              <a:defRPr sz="3307" b="1"/>
            </a:lvl3pPr>
            <a:lvl4pPr marL="2520041" indent="0">
              <a:buNone/>
              <a:defRPr sz="2940" b="1"/>
            </a:lvl4pPr>
            <a:lvl5pPr marL="3360054" indent="0">
              <a:buNone/>
              <a:defRPr sz="2940" b="1"/>
            </a:lvl5pPr>
            <a:lvl6pPr marL="4200068" indent="0">
              <a:buNone/>
              <a:defRPr sz="2940" b="1"/>
            </a:lvl6pPr>
            <a:lvl7pPr marL="5040081" indent="0">
              <a:buNone/>
              <a:defRPr sz="2940" b="1"/>
            </a:lvl7pPr>
            <a:lvl8pPr marL="5880095" indent="0">
              <a:buNone/>
              <a:defRPr sz="2940" b="1"/>
            </a:lvl8pPr>
            <a:lvl9pPr marL="6720108" indent="0">
              <a:buNone/>
              <a:defRPr sz="294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4602496"/>
            <a:ext cx="15229575" cy="676957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3088748"/>
            <a:ext cx="15304578" cy="1513748"/>
          </a:xfrm>
        </p:spPr>
        <p:txBody>
          <a:bodyPr anchor="b"/>
          <a:lstStyle>
            <a:lvl1pPr marL="0" indent="0">
              <a:buNone/>
              <a:defRPr sz="4410" b="1"/>
            </a:lvl1pPr>
            <a:lvl2pPr marL="840014" indent="0">
              <a:buNone/>
              <a:defRPr sz="3675" b="1"/>
            </a:lvl2pPr>
            <a:lvl3pPr marL="1680027" indent="0">
              <a:buNone/>
              <a:defRPr sz="3307" b="1"/>
            </a:lvl3pPr>
            <a:lvl4pPr marL="2520041" indent="0">
              <a:buNone/>
              <a:defRPr sz="2940" b="1"/>
            </a:lvl4pPr>
            <a:lvl5pPr marL="3360054" indent="0">
              <a:buNone/>
              <a:defRPr sz="2940" b="1"/>
            </a:lvl5pPr>
            <a:lvl6pPr marL="4200068" indent="0">
              <a:buNone/>
              <a:defRPr sz="2940" b="1"/>
            </a:lvl6pPr>
            <a:lvl7pPr marL="5040081" indent="0">
              <a:buNone/>
              <a:defRPr sz="2940" b="1"/>
            </a:lvl7pPr>
            <a:lvl8pPr marL="5880095" indent="0">
              <a:buNone/>
              <a:defRPr sz="2940" b="1"/>
            </a:lvl8pPr>
            <a:lvl9pPr marL="6720108" indent="0">
              <a:buNone/>
              <a:defRPr sz="294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4602496"/>
            <a:ext cx="15304578" cy="676957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5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49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08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839999"/>
            <a:ext cx="11610852" cy="2939997"/>
          </a:xfrm>
        </p:spPr>
        <p:txBody>
          <a:bodyPr anchor="b"/>
          <a:lstStyle>
            <a:lvl1pPr>
              <a:defRPr sz="58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1814166"/>
            <a:ext cx="18224867" cy="8954158"/>
          </a:xfrm>
        </p:spPr>
        <p:txBody>
          <a:bodyPr/>
          <a:lstStyle>
            <a:lvl1pPr>
              <a:defRPr sz="5879"/>
            </a:lvl1pPr>
            <a:lvl2pPr>
              <a:defRPr sz="5144"/>
            </a:lvl2pPr>
            <a:lvl3pPr>
              <a:defRPr sz="4410"/>
            </a:lvl3pPr>
            <a:lvl4pPr>
              <a:defRPr sz="3675"/>
            </a:lvl4pPr>
            <a:lvl5pPr>
              <a:defRPr sz="3675"/>
            </a:lvl5pPr>
            <a:lvl6pPr>
              <a:defRPr sz="3675"/>
            </a:lvl6pPr>
            <a:lvl7pPr>
              <a:defRPr sz="3675"/>
            </a:lvl7pPr>
            <a:lvl8pPr>
              <a:defRPr sz="3675"/>
            </a:lvl8pPr>
            <a:lvl9pPr>
              <a:defRPr sz="367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3779996"/>
            <a:ext cx="11610852" cy="7002911"/>
          </a:xfrm>
        </p:spPr>
        <p:txBody>
          <a:bodyPr/>
          <a:lstStyle>
            <a:lvl1pPr marL="0" indent="0">
              <a:buNone/>
              <a:defRPr sz="2940"/>
            </a:lvl1pPr>
            <a:lvl2pPr marL="840014" indent="0">
              <a:buNone/>
              <a:defRPr sz="2572"/>
            </a:lvl2pPr>
            <a:lvl3pPr marL="1680027" indent="0">
              <a:buNone/>
              <a:defRPr sz="2205"/>
            </a:lvl3pPr>
            <a:lvl4pPr marL="2520041" indent="0">
              <a:buNone/>
              <a:defRPr sz="1837"/>
            </a:lvl4pPr>
            <a:lvl5pPr marL="3360054" indent="0">
              <a:buNone/>
              <a:defRPr sz="1837"/>
            </a:lvl5pPr>
            <a:lvl6pPr marL="4200068" indent="0">
              <a:buNone/>
              <a:defRPr sz="1837"/>
            </a:lvl6pPr>
            <a:lvl7pPr marL="5040081" indent="0">
              <a:buNone/>
              <a:defRPr sz="1837"/>
            </a:lvl7pPr>
            <a:lvl8pPr marL="5880095" indent="0">
              <a:buNone/>
              <a:defRPr sz="1837"/>
            </a:lvl8pPr>
            <a:lvl9pPr marL="6720108" indent="0">
              <a:buNone/>
              <a:defRPr sz="1837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89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839999"/>
            <a:ext cx="11610852" cy="2939997"/>
          </a:xfrm>
        </p:spPr>
        <p:txBody>
          <a:bodyPr anchor="b"/>
          <a:lstStyle>
            <a:lvl1pPr>
              <a:defRPr sz="58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1814166"/>
            <a:ext cx="18224867" cy="8954158"/>
          </a:xfrm>
        </p:spPr>
        <p:txBody>
          <a:bodyPr anchor="t"/>
          <a:lstStyle>
            <a:lvl1pPr marL="0" indent="0">
              <a:buNone/>
              <a:defRPr sz="5879"/>
            </a:lvl1pPr>
            <a:lvl2pPr marL="840014" indent="0">
              <a:buNone/>
              <a:defRPr sz="5144"/>
            </a:lvl2pPr>
            <a:lvl3pPr marL="1680027" indent="0">
              <a:buNone/>
              <a:defRPr sz="4410"/>
            </a:lvl3pPr>
            <a:lvl4pPr marL="2520041" indent="0">
              <a:buNone/>
              <a:defRPr sz="3675"/>
            </a:lvl4pPr>
            <a:lvl5pPr marL="3360054" indent="0">
              <a:buNone/>
              <a:defRPr sz="3675"/>
            </a:lvl5pPr>
            <a:lvl6pPr marL="4200068" indent="0">
              <a:buNone/>
              <a:defRPr sz="3675"/>
            </a:lvl6pPr>
            <a:lvl7pPr marL="5040081" indent="0">
              <a:buNone/>
              <a:defRPr sz="3675"/>
            </a:lvl7pPr>
            <a:lvl8pPr marL="5880095" indent="0">
              <a:buNone/>
              <a:defRPr sz="3675"/>
            </a:lvl8pPr>
            <a:lvl9pPr marL="6720108" indent="0">
              <a:buNone/>
              <a:defRPr sz="367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3779996"/>
            <a:ext cx="11610852" cy="7002911"/>
          </a:xfrm>
        </p:spPr>
        <p:txBody>
          <a:bodyPr/>
          <a:lstStyle>
            <a:lvl1pPr marL="0" indent="0">
              <a:buNone/>
              <a:defRPr sz="2940"/>
            </a:lvl1pPr>
            <a:lvl2pPr marL="840014" indent="0">
              <a:buNone/>
              <a:defRPr sz="2572"/>
            </a:lvl2pPr>
            <a:lvl3pPr marL="1680027" indent="0">
              <a:buNone/>
              <a:defRPr sz="2205"/>
            </a:lvl3pPr>
            <a:lvl4pPr marL="2520041" indent="0">
              <a:buNone/>
              <a:defRPr sz="1837"/>
            </a:lvl4pPr>
            <a:lvl5pPr marL="3360054" indent="0">
              <a:buNone/>
              <a:defRPr sz="1837"/>
            </a:lvl5pPr>
            <a:lvl6pPr marL="4200068" indent="0">
              <a:buNone/>
              <a:defRPr sz="1837"/>
            </a:lvl6pPr>
            <a:lvl7pPr marL="5040081" indent="0">
              <a:buNone/>
              <a:defRPr sz="1837"/>
            </a:lvl7pPr>
            <a:lvl8pPr marL="5880095" indent="0">
              <a:buNone/>
              <a:defRPr sz="1837"/>
            </a:lvl8pPr>
            <a:lvl9pPr marL="6720108" indent="0">
              <a:buNone/>
              <a:defRPr sz="1837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77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271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670833"/>
            <a:ext cx="7762444" cy="106779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670833"/>
            <a:ext cx="22837334" cy="1067790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96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670834"/>
            <a:ext cx="31049774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3354163"/>
            <a:ext cx="31049774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11678323"/>
            <a:ext cx="8099941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98430-A087-4739-8F2E-EE493EE4CF5C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11678323"/>
            <a:ext cx="12149912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11678323"/>
            <a:ext cx="8099941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45EAB-CAF1-4A9E-A693-887B51775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7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80027" rtl="0" eaLnBrk="1" latinLnBrk="0" hangingPunct="1">
        <a:lnSpc>
          <a:spcPct val="90000"/>
        </a:lnSpc>
        <a:spcBef>
          <a:spcPct val="0"/>
        </a:spcBef>
        <a:buNone/>
        <a:defRPr sz="80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007" indent="-420007" algn="l" defTabSz="1680027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5144" kern="1200">
          <a:solidFill>
            <a:schemeClr val="tx1"/>
          </a:solidFill>
          <a:latin typeface="+mn-lt"/>
          <a:ea typeface="+mn-ea"/>
          <a:cs typeface="+mn-cs"/>
        </a:defRPr>
      </a:lvl1pPr>
      <a:lvl2pPr marL="1260020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4410" kern="1200">
          <a:solidFill>
            <a:schemeClr val="tx1"/>
          </a:solidFill>
          <a:latin typeface="+mn-lt"/>
          <a:ea typeface="+mn-ea"/>
          <a:cs typeface="+mn-cs"/>
        </a:defRPr>
      </a:lvl2pPr>
      <a:lvl3pPr marL="2100034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3pPr>
      <a:lvl4pPr marL="2940047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4pPr>
      <a:lvl5pPr marL="3780061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5pPr>
      <a:lvl6pPr marL="4620075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6pPr>
      <a:lvl7pPr marL="5460088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7pPr>
      <a:lvl8pPr marL="6300102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8pPr>
      <a:lvl9pPr marL="7140115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40014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680027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520041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4pPr>
      <a:lvl5pPr marL="3360054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5pPr>
      <a:lvl6pPr marL="4200068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6pPr>
      <a:lvl7pPr marL="5040081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7pPr>
      <a:lvl8pPr marL="5880095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8pPr>
      <a:lvl9pPr marL="6720108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3DDB5FC-D48A-4E07-B2F5-C2BF28BE4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869" y="1180307"/>
            <a:ext cx="19050000" cy="10239375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DB7B878C-6231-4CEC-8AD4-B3455D51FC5F}"/>
              </a:ext>
            </a:extLst>
          </p:cNvPr>
          <p:cNvSpPr/>
          <p:nvPr/>
        </p:nvSpPr>
        <p:spPr>
          <a:xfrm>
            <a:off x="10579697" y="3564295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2A6D21C-ECF6-47F6-B11C-4D707170B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046680"/>
              </p:ext>
            </p:extLst>
          </p:nvPr>
        </p:nvGraphicFramePr>
        <p:xfrm>
          <a:off x="1800223" y="568951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739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99475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2736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450372987@qq.com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13986032748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维多利亚大学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李艺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30" name="椭圆 29">
            <a:extLst>
              <a:ext uri="{FF2B5EF4-FFF2-40B4-BE49-F238E27FC236}">
                <a16:creationId xmlns:a16="http://schemas.microsoft.com/office/drawing/2014/main" id="{2391D806-7FD8-46D3-8704-F784589FDFDD}"/>
              </a:ext>
            </a:extLst>
          </p:cNvPr>
          <p:cNvSpPr/>
          <p:nvPr/>
        </p:nvSpPr>
        <p:spPr>
          <a:xfrm>
            <a:off x="12214822" y="3966289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A7E18C99-7A39-4148-9C97-AA6E767FB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189175"/>
              </p:ext>
            </p:extLst>
          </p:nvPr>
        </p:nvGraphicFramePr>
        <p:xfrm>
          <a:off x="1800222" y="860337"/>
          <a:ext cx="6051021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7396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99474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2737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4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威斯康辛大学麦迪逊分校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范丹琼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EB5AEC6-8588-4F53-9873-9FBA58958D9A}"/>
              </a:ext>
            </a:extLst>
          </p:cNvPr>
          <p:cNvCxnSpPr>
            <a:cxnSpLocks/>
            <a:stCxn id="8" idx="0"/>
            <a:endCxn id="15" idx="3"/>
          </p:cNvCxnSpPr>
          <p:nvPr/>
        </p:nvCxnSpPr>
        <p:spPr>
          <a:xfrm rot="16200000" flipV="1">
            <a:off x="7806525" y="763142"/>
            <a:ext cx="2845874" cy="2756431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D74E12DC-3D11-4F05-94C6-F6C2000368E0}"/>
              </a:ext>
            </a:extLst>
          </p:cNvPr>
          <p:cNvCxnSpPr>
            <a:cxnSpLocks/>
            <a:stCxn id="30" idx="0"/>
            <a:endCxn id="31" idx="3"/>
          </p:cNvCxnSpPr>
          <p:nvPr/>
        </p:nvCxnSpPr>
        <p:spPr>
          <a:xfrm rot="16200000" flipV="1">
            <a:off x="8568782" y="292268"/>
            <a:ext cx="2956482" cy="4391559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EF33C012-D290-4173-A93E-2AB1C99C9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815840"/>
              </p:ext>
            </p:extLst>
          </p:nvPr>
        </p:nvGraphicFramePr>
        <p:xfrm>
          <a:off x="1800218" y="1161073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838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38482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2737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dalanlanzi@outlook.com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15926445698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普渡大学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肖舒兰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53" name="椭圆 52">
            <a:extLst>
              <a:ext uri="{FF2B5EF4-FFF2-40B4-BE49-F238E27FC236}">
                <a16:creationId xmlns:a16="http://schemas.microsoft.com/office/drawing/2014/main" id="{B754890F-50F8-49BD-A15D-22AB444140F9}"/>
              </a:ext>
            </a:extLst>
          </p:cNvPr>
          <p:cNvSpPr/>
          <p:nvPr/>
        </p:nvSpPr>
        <p:spPr>
          <a:xfrm>
            <a:off x="12374564" y="4195958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FCBB85B6-4355-4A66-AC6E-62054CCFF398}"/>
              </a:ext>
            </a:extLst>
          </p:cNvPr>
          <p:cNvCxnSpPr>
            <a:cxnSpLocks/>
            <a:stCxn id="53" idx="0"/>
            <a:endCxn id="50" idx="3"/>
          </p:cNvCxnSpPr>
          <p:nvPr/>
        </p:nvCxnSpPr>
        <p:spPr>
          <a:xfrm rot="16200000" flipV="1">
            <a:off x="8684185" y="477599"/>
            <a:ext cx="2885415" cy="4551304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B45397AE-D65E-4D88-8762-B11E7A2A1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07568"/>
              </p:ext>
            </p:extLst>
          </p:nvPr>
        </p:nvGraphicFramePr>
        <p:xfrm>
          <a:off x="1800223" y="1458382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838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38482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2737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err="1"/>
                        <a:t>kevin1st@foxmail.com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18607160772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普渡大学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刘轲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9F1F7910-986D-488C-9F95-894B25E27331}"/>
              </a:ext>
            </a:extLst>
          </p:cNvPr>
          <p:cNvCxnSpPr>
            <a:cxnSpLocks/>
            <a:endCxn id="56" idx="3"/>
          </p:cNvCxnSpPr>
          <p:nvPr/>
        </p:nvCxnSpPr>
        <p:spPr>
          <a:xfrm rot="5400000">
            <a:off x="7826660" y="1333498"/>
            <a:ext cx="298939" cy="249768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表格 63">
            <a:extLst>
              <a:ext uri="{FF2B5EF4-FFF2-40B4-BE49-F238E27FC236}">
                <a16:creationId xmlns:a16="http://schemas.microsoft.com/office/drawing/2014/main" id="{3C4E1CC8-CD0D-4825-95D4-9498C4B6B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786050"/>
              </p:ext>
            </p:extLst>
          </p:nvPr>
        </p:nvGraphicFramePr>
        <p:xfrm>
          <a:off x="1800223" y="1749933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838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38482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2737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伊利诺伊大学厄巴纳</a:t>
                      </a:r>
                      <a:r>
                        <a:rPr lang="en-US" altLang="zh-CN" sz="1200"/>
                        <a:t>-</a:t>
                      </a:r>
                      <a:r>
                        <a:rPr lang="zh-CN" altLang="en-US" sz="1200"/>
                        <a:t>香槟分校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余婧璇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65" name="椭圆 64">
            <a:extLst>
              <a:ext uri="{FF2B5EF4-FFF2-40B4-BE49-F238E27FC236}">
                <a16:creationId xmlns:a16="http://schemas.microsoft.com/office/drawing/2014/main" id="{55FA91B4-A680-4BBF-AAFE-52EDD385D921}"/>
              </a:ext>
            </a:extLst>
          </p:cNvPr>
          <p:cNvSpPr/>
          <p:nvPr/>
        </p:nvSpPr>
        <p:spPr>
          <a:xfrm>
            <a:off x="12979136" y="4027845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F0CA1B99-4DDA-4304-92CB-6FF1A8A40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54113"/>
              </p:ext>
            </p:extLst>
          </p:nvPr>
        </p:nvGraphicFramePr>
        <p:xfrm>
          <a:off x="1800223" y="2041484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1(917)9167709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康奈尔大学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夏文瀚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6B9E5782-4C7F-4D0C-9C96-F0FE5A7B668D}"/>
              </a:ext>
            </a:extLst>
          </p:cNvPr>
          <p:cNvCxnSpPr>
            <a:cxnSpLocks/>
            <a:stCxn id="65" idx="0"/>
            <a:endCxn id="66" idx="3"/>
          </p:cNvCxnSpPr>
          <p:nvPr/>
        </p:nvCxnSpPr>
        <p:spPr>
          <a:xfrm rot="16200000" flipV="1">
            <a:off x="9510736" y="531464"/>
            <a:ext cx="1836891" cy="5155871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AC484C00-9F60-49CA-8C91-06ED52F8AFBC}"/>
              </a:ext>
            </a:extLst>
          </p:cNvPr>
          <p:cNvSpPr/>
          <p:nvPr/>
        </p:nvSpPr>
        <p:spPr>
          <a:xfrm>
            <a:off x="12270782" y="4249236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D5AC9484-8E93-47D0-BAD8-604B369F7448}"/>
              </a:ext>
            </a:extLst>
          </p:cNvPr>
          <p:cNvCxnSpPr>
            <a:stCxn id="70" idx="0"/>
            <a:endCxn id="64" idx="3"/>
          </p:cNvCxnSpPr>
          <p:nvPr/>
        </p:nvCxnSpPr>
        <p:spPr>
          <a:xfrm rot="16200000" flipV="1">
            <a:off x="8900088" y="850561"/>
            <a:ext cx="2349833" cy="4447517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BC0C514B-A701-45AE-AB12-28253662F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8223"/>
              </p:ext>
            </p:extLst>
          </p:nvPr>
        </p:nvGraphicFramePr>
        <p:xfrm>
          <a:off x="1800223" y="2333034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13545138713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康奈尔大学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胡子成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57732E31-EAB4-4D26-B6C7-A5F1D242804B}"/>
              </a:ext>
            </a:extLst>
          </p:cNvPr>
          <p:cNvCxnSpPr>
            <a:cxnSpLocks/>
            <a:endCxn id="75" idx="3"/>
          </p:cNvCxnSpPr>
          <p:nvPr/>
        </p:nvCxnSpPr>
        <p:spPr>
          <a:xfrm rot="5400000">
            <a:off x="7830355" y="2211844"/>
            <a:ext cx="291551" cy="249769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5043AF68-B317-47E1-B349-2E34048B4321}"/>
              </a:ext>
            </a:extLst>
          </p:cNvPr>
          <p:cNvSpPr/>
          <p:nvPr/>
        </p:nvSpPr>
        <p:spPr>
          <a:xfrm>
            <a:off x="13257907" y="4046488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80" name="表格 79">
            <a:extLst>
              <a:ext uri="{FF2B5EF4-FFF2-40B4-BE49-F238E27FC236}">
                <a16:creationId xmlns:a16="http://schemas.microsoft.com/office/drawing/2014/main" id="{F2D51D85-0A3D-4C77-8DBC-3A8E923BA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711754"/>
              </p:ext>
            </p:extLst>
          </p:nvPr>
        </p:nvGraphicFramePr>
        <p:xfrm>
          <a:off x="1800223" y="2624420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475055038@qq.com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15607106789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波士顿大学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徐家豪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91" name="椭圆 90">
            <a:extLst>
              <a:ext uri="{FF2B5EF4-FFF2-40B4-BE49-F238E27FC236}">
                <a16:creationId xmlns:a16="http://schemas.microsoft.com/office/drawing/2014/main" id="{41040778-513E-429E-9474-F706BF610513}"/>
              </a:ext>
            </a:extLst>
          </p:cNvPr>
          <p:cNvSpPr/>
          <p:nvPr/>
        </p:nvSpPr>
        <p:spPr>
          <a:xfrm>
            <a:off x="13054145" y="4188405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6411E601-FCF3-4FB6-838E-7A792CDBE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28715"/>
              </p:ext>
            </p:extLst>
          </p:nvPr>
        </p:nvGraphicFramePr>
        <p:xfrm>
          <a:off x="1800223" y="2920265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942304348@qq.com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18086469869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罗格斯大学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朱博凡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71EE0EF9-5F02-4507-BCF7-7567AD8CEEAF}"/>
              </a:ext>
            </a:extLst>
          </p:cNvPr>
          <p:cNvCxnSpPr>
            <a:cxnSpLocks/>
            <a:stCxn id="91" idx="0"/>
            <a:endCxn id="92" idx="3"/>
          </p:cNvCxnSpPr>
          <p:nvPr/>
        </p:nvCxnSpPr>
        <p:spPr>
          <a:xfrm rot="16200000" flipV="1">
            <a:off x="9907350" y="1013630"/>
            <a:ext cx="1118670" cy="5230880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9F7BA83F-997E-45B7-AD75-41F34D9EADDB}"/>
              </a:ext>
            </a:extLst>
          </p:cNvPr>
          <p:cNvSpPr/>
          <p:nvPr/>
        </p:nvSpPr>
        <p:spPr>
          <a:xfrm>
            <a:off x="12950363" y="4274311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99" name="表格 98">
            <a:extLst>
              <a:ext uri="{FF2B5EF4-FFF2-40B4-BE49-F238E27FC236}">
                <a16:creationId xmlns:a16="http://schemas.microsoft.com/office/drawing/2014/main" id="{1E2665C2-9678-4F99-AB19-A978E5017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503174"/>
              </p:ext>
            </p:extLst>
          </p:nvPr>
        </p:nvGraphicFramePr>
        <p:xfrm>
          <a:off x="1800223" y="3216109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kehongshu@yeah.net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13297968259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特拉华大学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柯宏树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69E143CF-62D2-4751-95D4-533F73876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325818"/>
              </p:ext>
            </p:extLst>
          </p:nvPr>
        </p:nvGraphicFramePr>
        <p:xfrm>
          <a:off x="1800221" y="3515049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yifu.w@wustl.edu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13048807552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圣路易斯华盛顿大学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王一夫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105" name="椭圆 104">
            <a:extLst>
              <a:ext uri="{FF2B5EF4-FFF2-40B4-BE49-F238E27FC236}">
                <a16:creationId xmlns:a16="http://schemas.microsoft.com/office/drawing/2014/main" id="{328E84FF-E158-4C58-A428-71750B75711F}"/>
              </a:ext>
            </a:extLst>
          </p:cNvPr>
          <p:cNvSpPr/>
          <p:nvPr/>
        </p:nvSpPr>
        <p:spPr>
          <a:xfrm>
            <a:off x="12106873" y="4428239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758F8A9F-DA4B-4503-8AB7-9C5DE2BD5B3C}"/>
              </a:ext>
            </a:extLst>
          </p:cNvPr>
          <p:cNvCxnSpPr>
            <a:cxnSpLocks/>
            <a:stCxn id="105" idx="0"/>
            <a:endCxn id="104" idx="3"/>
          </p:cNvCxnSpPr>
          <p:nvPr/>
        </p:nvCxnSpPr>
        <p:spPr>
          <a:xfrm rot="16200000" flipV="1">
            <a:off x="9611188" y="1904574"/>
            <a:ext cx="763720" cy="4283610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椭圆 108">
            <a:extLst>
              <a:ext uri="{FF2B5EF4-FFF2-40B4-BE49-F238E27FC236}">
                <a16:creationId xmlns:a16="http://schemas.microsoft.com/office/drawing/2014/main" id="{FD5C0F49-9DF7-49EC-A32D-BC5089C823AB}"/>
              </a:ext>
            </a:extLst>
          </p:cNvPr>
          <p:cNvSpPr/>
          <p:nvPr/>
        </p:nvSpPr>
        <p:spPr>
          <a:xfrm>
            <a:off x="10373221" y="4640191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E26A66C-54D3-4747-B08D-635CAE1AD788}"/>
              </a:ext>
            </a:extLst>
          </p:cNvPr>
          <p:cNvCxnSpPr>
            <a:cxnSpLocks/>
            <a:stCxn id="98" idx="0"/>
            <a:endCxn id="99" idx="3"/>
          </p:cNvCxnSpPr>
          <p:nvPr/>
        </p:nvCxnSpPr>
        <p:spPr>
          <a:xfrm rot="16200000" flipV="1">
            <a:off x="9960428" y="1256396"/>
            <a:ext cx="908732" cy="5127098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0" name="表格 109">
            <a:extLst>
              <a:ext uri="{FF2B5EF4-FFF2-40B4-BE49-F238E27FC236}">
                <a16:creationId xmlns:a16="http://schemas.microsoft.com/office/drawing/2014/main" id="{3427C476-9119-46EA-8F33-B17911B47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142453"/>
              </p:ext>
            </p:extLst>
          </p:nvPr>
        </p:nvGraphicFramePr>
        <p:xfrm>
          <a:off x="1800221" y="3807798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17888829209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南加州大学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李雅迪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9AD26B2D-9139-46E8-B144-238CEBE1BA55}"/>
              </a:ext>
            </a:extLst>
          </p:cNvPr>
          <p:cNvCxnSpPr>
            <a:cxnSpLocks/>
            <a:stCxn id="109" idx="0"/>
            <a:endCxn id="110" idx="3"/>
          </p:cNvCxnSpPr>
          <p:nvPr/>
        </p:nvCxnSpPr>
        <p:spPr>
          <a:xfrm rot="16200000" flipV="1">
            <a:off x="8784761" y="3023751"/>
            <a:ext cx="682923" cy="2549958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131548A2-C614-4962-A8E9-4A133252C252}"/>
              </a:ext>
            </a:extLst>
          </p:cNvPr>
          <p:cNvSpPr/>
          <p:nvPr/>
        </p:nvSpPr>
        <p:spPr>
          <a:xfrm>
            <a:off x="12162833" y="4818425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14" name="表格 113">
            <a:extLst>
              <a:ext uri="{FF2B5EF4-FFF2-40B4-BE49-F238E27FC236}">
                <a16:creationId xmlns:a16="http://schemas.microsoft.com/office/drawing/2014/main" id="{8EDE94B6-7948-4013-8C33-DB8BF98AE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596669"/>
              </p:ext>
            </p:extLst>
          </p:nvPr>
        </p:nvGraphicFramePr>
        <p:xfrm>
          <a:off x="1800221" y="4098247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杜兰大学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牛露婉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F30FA218-B498-49FB-9C07-E48C56D134DD}"/>
              </a:ext>
            </a:extLst>
          </p:cNvPr>
          <p:cNvCxnSpPr>
            <a:cxnSpLocks/>
            <a:stCxn id="113" idx="0"/>
            <a:endCxn id="114" idx="3"/>
          </p:cNvCxnSpPr>
          <p:nvPr/>
        </p:nvCxnSpPr>
        <p:spPr>
          <a:xfrm rot="16200000" flipV="1">
            <a:off x="9735674" y="2363286"/>
            <a:ext cx="570708" cy="4339570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529C72DC-3960-4C4C-A194-48E1441B8C63}"/>
              </a:ext>
            </a:extLst>
          </p:cNvPr>
          <p:cNvCxnSpPr>
            <a:cxnSpLocks/>
            <a:stCxn id="79" idx="0"/>
            <a:endCxn id="80" idx="3"/>
          </p:cNvCxnSpPr>
          <p:nvPr/>
        </p:nvCxnSpPr>
        <p:spPr>
          <a:xfrm rot="16200000" flipV="1">
            <a:off x="9932267" y="692868"/>
            <a:ext cx="1272598" cy="5434642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椭圆 136">
            <a:extLst>
              <a:ext uri="{FF2B5EF4-FFF2-40B4-BE49-F238E27FC236}">
                <a16:creationId xmlns:a16="http://schemas.microsoft.com/office/drawing/2014/main" id="{1C0484D6-084D-49C2-9FE1-BAB508A95187}"/>
              </a:ext>
            </a:extLst>
          </p:cNvPr>
          <p:cNvSpPr/>
          <p:nvPr/>
        </p:nvSpPr>
        <p:spPr>
          <a:xfrm>
            <a:off x="17112788" y="4173181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38" name="表格 137">
            <a:extLst>
              <a:ext uri="{FF2B5EF4-FFF2-40B4-BE49-F238E27FC236}">
                <a16:creationId xmlns:a16="http://schemas.microsoft.com/office/drawing/2014/main" id="{9591A87F-4A89-4CD6-8B15-3858894A3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58058"/>
              </p:ext>
            </p:extLst>
          </p:nvPr>
        </p:nvGraphicFramePr>
        <p:xfrm>
          <a:off x="1800221" y="4742408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371201657@qq.com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15871820615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马德里康普顿斯大学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孙浩天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A23E3C72-56B4-4D61-B19A-D967679481F0}"/>
              </a:ext>
            </a:extLst>
          </p:cNvPr>
          <p:cNvCxnSpPr>
            <a:cxnSpLocks/>
            <a:stCxn id="137" idx="4"/>
            <a:endCxn id="138" idx="3"/>
          </p:cNvCxnSpPr>
          <p:nvPr/>
        </p:nvCxnSpPr>
        <p:spPr>
          <a:xfrm rot="5400000">
            <a:off x="12167436" y="-81455"/>
            <a:ext cx="657141" cy="9289525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椭圆 142">
            <a:extLst>
              <a:ext uri="{FF2B5EF4-FFF2-40B4-BE49-F238E27FC236}">
                <a16:creationId xmlns:a16="http://schemas.microsoft.com/office/drawing/2014/main" id="{8DA0438C-6BD4-4E94-A5A9-5506EDFDB720}"/>
              </a:ext>
            </a:extLst>
          </p:cNvPr>
          <p:cNvSpPr/>
          <p:nvPr/>
        </p:nvSpPr>
        <p:spPr>
          <a:xfrm>
            <a:off x="17222325" y="3305223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44" name="表格 143">
            <a:extLst>
              <a:ext uri="{FF2B5EF4-FFF2-40B4-BE49-F238E27FC236}">
                <a16:creationId xmlns:a16="http://schemas.microsoft.com/office/drawing/2014/main" id="{C95AF12F-9B56-4152-A815-FEF975D16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874542"/>
              </p:ext>
            </p:extLst>
          </p:nvPr>
        </p:nvGraphicFramePr>
        <p:xfrm>
          <a:off x="1800218" y="5035093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18707103260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曼彻斯特大学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胡天宇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E50E8202-C903-4C2C-86D6-34C9A0098E82}"/>
              </a:ext>
            </a:extLst>
          </p:cNvPr>
          <p:cNvCxnSpPr>
            <a:cxnSpLocks/>
            <a:stCxn id="143" idx="4"/>
            <a:endCxn id="144" idx="3"/>
          </p:cNvCxnSpPr>
          <p:nvPr/>
        </p:nvCxnSpPr>
        <p:spPr>
          <a:xfrm rot="5400000">
            <a:off x="11641881" y="-423861"/>
            <a:ext cx="1817784" cy="9399065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9" name="表格 148">
            <a:extLst>
              <a:ext uri="{FF2B5EF4-FFF2-40B4-BE49-F238E27FC236}">
                <a16:creationId xmlns:a16="http://schemas.microsoft.com/office/drawing/2014/main" id="{85AD77C8-059B-44DF-B0F4-576E0DE26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1250"/>
              </p:ext>
            </p:extLst>
          </p:nvPr>
        </p:nvGraphicFramePr>
        <p:xfrm>
          <a:off x="1800218" y="5332402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476926133@qq.com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18627103225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曼彻斯特大学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邹恺明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50" name="连接符: 肘形 149">
            <a:extLst>
              <a:ext uri="{FF2B5EF4-FFF2-40B4-BE49-F238E27FC236}">
                <a16:creationId xmlns:a16="http://schemas.microsoft.com/office/drawing/2014/main" id="{3C7A7FD3-838C-44CB-96DD-389E984AE553}"/>
              </a:ext>
            </a:extLst>
          </p:cNvPr>
          <p:cNvCxnSpPr>
            <a:cxnSpLocks/>
            <a:endCxn id="149" idx="3"/>
          </p:cNvCxnSpPr>
          <p:nvPr/>
        </p:nvCxnSpPr>
        <p:spPr>
          <a:xfrm rot="5400000">
            <a:off x="7823227" y="5204085"/>
            <a:ext cx="305800" cy="249774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椭圆 152">
            <a:extLst>
              <a:ext uri="{FF2B5EF4-FFF2-40B4-BE49-F238E27FC236}">
                <a16:creationId xmlns:a16="http://schemas.microsoft.com/office/drawing/2014/main" id="{6B253B1A-5F60-4D09-B170-210CD6D88273}"/>
              </a:ext>
            </a:extLst>
          </p:cNvPr>
          <p:cNvSpPr/>
          <p:nvPr/>
        </p:nvSpPr>
        <p:spPr>
          <a:xfrm>
            <a:off x="17282155" y="3243667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54" name="表格 153">
            <a:extLst>
              <a:ext uri="{FF2B5EF4-FFF2-40B4-BE49-F238E27FC236}">
                <a16:creationId xmlns:a16="http://schemas.microsoft.com/office/drawing/2014/main" id="{5B4E78D7-8F2F-4618-842A-CFE1B7DC5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800098"/>
              </p:ext>
            </p:extLst>
          </p:nvPr>
        </p:nvGraphicFramePr>
        <p:xfrm>
          <a:off x="1800218" y="5630566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利兹大学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张雨薇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56" name="连接符: 肘形 155">
            <a:extLst>
              <a:ext uri="{FF2B5EF4-FFF2-40B4-BE49-F238E27FC236}">
                <a16:creationId xmlns:a16="http://schemas.microsoft.com/office/drawing/2014/main" id="{5459F743-9B3E-4415-90EE-5AE028304F4C}"/>
              </a:ext>
            </a:extLst>
          </p:cNvPr>
          <p:cNvCxnSpPr>
            <a:cxnSpLocks/>
            <a:stCxn id="153" idx="4"/>
            <a:endCxn id="154" idx="3"/>
          </p:cNvCxnSpPr>
          <p:nvPr/>
        </p:nvCxnSpPr>
        <p:spPr>
          <a:xfrm rot="5400000">
            <a:off x="11343282" y="-186818"/>
            <a:ext cx="2474813" cy="9458895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椭圆 157">
            <a:extLst>
              <a:ext uri="{FF2B5EF4-FFF2-40B4-BE49-F238E27FC236}">
                <a16:creationId xmlns:a16="http://schemas.microsoft.com/office/drawing/2014/main" id="{86607667-D438-4914-8906-D04B189C6431}"/>
              </a:ext>
            </a:extLst>
          </p:cNvPr>
          <p:cNvSpPr/>
          <p:nvPr/>
        </p:nvSpPr>
        <p:spPr>
          <a:xfrm>
            <a:off x="17365581" y="3464653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59" name="表格 158">
            <a:extLst>
              <a:ext uri="{FF2B5EF4-FFF2-40B4-BE49-F238E27FC236}">
                <a16:creationId xmlns:a16="http://schemas.microsoft.com/office/drawing/2014/main" id="{9CA09D0E-4BBA-4D13-B1CE-4EF2CC5A3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973447"/>
              </p:ext>
            </p:extLst>
          </p:nvPr>
        </p:nvGraphicFramePr>
        <p:xfrm>
          <a:off x="1800218" y="5928730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伦敦大学学院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徐陆宁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E15F48B2-F31C-45AF-B152-99972D611505}"/>
              </a:ext>
            </a:extLst>
          </p:cNvPr>
          <p:cNvCxnSpPr>
            <a:cxnSpLocks/>
            <a:stCxn id="158" idx="4"/>
            <a:endCxn id="159" idx="3"/>
          </p:cNvCxnSpPr>
          <p:nvPr/>
        </p:nvCxnSpPr>
        <p:spPr>
          <a:xfrm rot="5400000">
            <a:off x="11346406" y="31044"/>
            <a:ext cx="2551991" cy="9542321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5" name="表格 164">
            <a:extLst>
              <a:ext uri="{FF2B5EF4-FFF2-40B4-BE49-F238E27FC236}">
                <a16:creationId xmlns:a16="http://schemas.microsoft.com/office/drawing/2014/main" id="{4F75613E-3CCF-4A02-B35E-5F963B4AB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098249"/>
              </p:ext>
            </p:extLst>
          </p:nvPr>
        </p:nvGraphicFramePr>
        <p:xfrm>
          <a:off x="1800217" y="6525834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350260341@qq.com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17721302928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米兰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柯雅玉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166" name="椭圆 165">
            <a:extLst>
              <a:ext uri="{FF2B5EF4-FFF2-40B4-BE49-F238E27FC236}">
                <a16:creationId xmlns:a16="http://schemas.microsoft.com/office/drawing/2014/main" id="{2D23B928-5A91-4FCD-BE96-E4F9FADB81E2}"/>
              </a:ext>
            </a:extLst>
          </p:cNvPr>
          <p:cNvSpPr/>
          <p:nvPr/>
        </p:nvSpPr>
        <p:spPr>
          <a:xfrm>
            <a:off x="17864008" y="3828529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68" name="连接符: 肘形 167">
            <a:extLst>
              <a:ext uri="{FF2B5EF4-FFF2-40B4-BE49-F238E27FC236}">
                <a16:creationId xmlns:a16="http://schemas.microsoft.com/office/drawing/2014/main" id="{66884CE5-A43F-441F-9CC2-20311F5F04CE}"/>
              </a:ext>
            </a:extLst>
          </p:cNvPr>
          <p:cNvCxnSpPr>
            <a:cxnSpLocks/>
            <a:stCxn id="166" idx="4"/>
            <a:endCxn id="165" idx="3"/>
          </p:cNvCxnSpPr>
          <p:nvPr/>
        </p:nvCxnSpPr>
        <p:spPr>
          <a:xfrm rot="5400000">
            <a:off x="11479005" y="262320"/>
            <a:ext cx="2785219" cy="10040749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椭圆 170">
            <a:extLst>
              <a:ext uri="{FF2B5EF4-FFF2-40B4-BE49-F238E27FC236}">
                <a16:creationId xmlns:a16="http://schemas.microsoft.com/office/drawing/2014/main" id="{859B5EF0-29DE-43B3-B260-C86F0B294853}"/>
              </a:ext>
            </a:extLst>
          </p:cNvPr>
          <p:cNvSpPr/>
          <p:nvPr/>
        </p:nvSpPr>
        <p:spPr>
          <a:xfrm>
            <a:off x="17911633" y="3450704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72" name="表格 171">
            <a:extLst>
              <a:ext uri="{FF2B5EF4-FFF2-40B4-BE49-F238E27FC236}">
                <a16:creationId xmlns:a16="http://schemas.microsoft.com/office/drawing/2014/main" id="{3586C9BC-2CC2-41A3-9C87-97439104F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97568"/>
              </p:ext>
            </p:extLst>
          </p:nvPr>
        </p:nvGraphicFramePr>
        <p:xfrm>
          <a:off x="1800217" y="6818518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德国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程泽宇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4187C2CA-AA4C-474F-AAE7-B835C171DA36}"/>
              </a:ext>
            </a:extLst>
          </p:cNvPr>
          <p:cNvCxnSpPr>
            <a:cxnSpLocks/>
            <a:stCxn id="171" idx="4"/>
            <a:endCxn id="172" idx="3"/>
          </p:cNvCxnSpPr>
          <p:nvPr/>
        </p:nvCxnSpPr>
        <p:spPr>
          <a:xfrm rot="5400000">
            <a:off x="11167562" y="195937"/>
            <a:ext cx="3455728" cy="10088374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椭圆 175">
            <a:extLst>
              <a:ext uri="{FF2B5EF4-FFF2-40B4-BE49-F238E27FC236}">
                <a16:creationId xmlns:a16="http://schemas.microsoft.com/office/drawing/2014/main" id="{FCD0917B-6F17-49D7-88B6-4880D4B2CF90}"/>
              </a:ext>
            </a:extLst>
          </p:cNvPr>
          <p:cNvSpPr/>
          <p:nvPr/>
        </p:nvSpPr>
        <p:spPr>
          <a:xfrm>
            <a:off x="18087846" y="3098279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77" name="表格 176">
            <a:extLst>
              <a:ext uri="{FF2B5EF4-FFF2-40B4-BE49-F238E27FC236}">
                <a16:creationId xmlns:a16="http://schemas.microsoft.com/office/drawing/2014/main" id="{8A4E1714-970F-48BA-B1FD-C08A2C42A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126285"/>
              </p:ext>
            </p:extLst>
          </p:nvPr>
        </p:nvGraphicFramePr>
        <p:xfrm>
          <a:off x="1800217" y="7104509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哥本哈根大学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曹其可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79" name="连接符: 肘形 178">
            <a:extLst>
              <a:ext uri="{FF2B5EF4-FFF2-40B4-BE49-F238E27FC236}">
                <a16:creationId xmlns:a16="http://schemas.microsoft.com/office/drawing/2014/main" id="{1D24A326-5D14-45E0-B2A7-B91A2CEC9837}"/>
              </a:ext>
            </a:extLst>
          </p:cNvPr>
          <p:cNvCxnSpPr>
            <a:cxnSpLocks/>
            <a:stCxn id="176" idx="4"/>
            <a:endCxn id="177" idx="3"/>
          </p:cNvCxnSpPr>
          <p:nvPr/>
        </p:nvCxnSpPr>
        <p:spPr>
          <a:xfrm rot="5400000">
            <a:off x="10936461" y="74614"/>
            <a:ext cx="4094144" cy="10264587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椭圆 180">
            <a:extLst>
              <a:ext uri="{FF2B5EF4-FFF2-40B4-BE49-F238E27FC236}">
                <a16:creationId xmlns:a16="http://schemas.microsoft.com/office/drawing/2014/main" id="{BD645F15-F41B-447B-AD78-A8F22CF39A94}"/>
              </a:ext>
            </a:extLst>
          </p:cNvPr>
          <p:cNvSpPr/>
          <p:nvPr/>
        </p:nvSpPr>
        <p:spPr>
          <a:xfrm>
            <a:off x="18302159" y="2922066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82" name="表格 181">
            <a:extLst>
              <a:ext uri="{FF2B5EF4-FFF2-40B4-BE49-F238E27FC236}">
                <a16:creationId xmlns:a16="http://schemas.microsoft.com/office/drawing/2014/main" id="{7BC5561C-734C-4F45-BCF2-9CECF8A48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193640"/>
              </p:ext>
            </p:extLst>
          </p:nvPr>
        </p:nvGraphicFramePr>
        <p:xfrm>
          <a:off x="1800217" y="7398507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s312166324@gmail.com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13125132040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瑞典皇家工学院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王玉珏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84" name="连接符: 肘形 183">
            <a:extLst>
              <a:ext uri="{FF2B5EF4-FFF2-40B4-BE49-F238E27FC236}">
                <a16:creationId xmlns:a16="http://schemas.microsoft.com/office/drawing/2014/main" id="{1BB7FE43-52C8-417B-9228-AA64740543B8}"/>
              </a:ext>
            </a:extLst>
          </p:cNvPr>
          <p:cNvCxnSpPr>
            <a:cxnSpLocks/>
            <a:stCxn id="181" idx="4"/>
            <a:endCxn id="182" idx="3"/>
          </p:cNvCxnSpPr>
          <p:nvPr/>
        </p:nvCxnSpPr>
        <p:spPr>
          <a:xfrm rot="5400000">
            <a:off x="10808512" y="26349"/>
            <a:ext cx="4564355" cy="10478900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6" name="表格 185">
            <a:extLst>
              <a:ext uri="{FF2B5EF4-FFF2-40B4-BE49-F238E27FC236}">
                <a16:creationId xmlns:a16="http://schemas.microsoft.com/office/drawing/2014/main" id="{E527D1FA-4226-4EFF-BDA6-E741281C9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82472"/>
              </p:ext>
            </p:extLst>
          </p:nvPr>
        </p:nvGraphicFramePr>
        <p:xfrm>
          <a:off x="1800217" y="7684498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polopei1996@foxmail.com</a:t>
                      </a:r>
                      <a:endParaRPr lang="zh-CN" altLang="en-US" sz="11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18674027616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卡罗林斯卡医学院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裴圣多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87" name="连接符: 肘形 186">
            <a:extLst>
              <a:ext uri="{FF2B5EF4-FFF2-40B4-BE49-F238E27FC236}">
                <a16:creationId xmlns:a16="http://schemas.microsoft.com/office/drawing/2014/main" id="{C96E17A1-8CD3-4F35-94AD-C36CB4F72D35}"/>
              </a:ext>
            </a:extLst>
          </p:cNvPr>
          <p:cNvCxnSpPr>
            <a:cxnSpLocks/>
            <a:endCxn id="186" idx="3"/>
          </p:cNvCxnSpPr>
          <p:nvPr/>
        </p:nvCxnSpPr>
        <p:spPr>
          <a:xfrm rot="5400000">
            <a:off x="7832474" y="7565428"/>
            <a:ext cx="287305" cy="249774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0" name="表格 189">
            <a:extLst>
              <a:ext uri="{FF2B5EF4-FFF2-40B4-BE49-F238E27FC236}">
                <a16:creationId xmlns:a16="http://schemas.microsoft.com/office/drawing/2014/main" id="{E6AC0945-262D-4383-9DD9-2C396401C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90599"/>
              </p:ext>
            </p:extLst>
          </p:nvPr>
        </p:nvGraphicFramePr>
        <p:xfrm>
          <a:off x="28148489" y="2639273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李伟杰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北京大学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15386446906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1354100909@qq.com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191" name="椭圆 190">
            <a:extLst>
              <a:ext uri="{FF2B5EF4-FFF2-40B4-BE49-F238E27FC236}">
                <a16:creationId xmlns:a16="http://schemas.microsoft.com/office/drawing/2014/main" id="{65E47D55-2DCF-44A2-B4DF-31381330BB79}"/>
              </a:ext>
            </a:extLst>
          </p:cNvPr>
          <p:cNvSpPr/>
          <p:nvPr/>
        </p:nvSpPr>
        <p:spPr>
          <a:xfrm>
            <a:off x="24050495" y="4107295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95" name="表格 194">
            <a:extLst>
              <a:ext uri="{FF2B5EF4-FFF2-40B4-BE49-F238E27FC236}">
                <a16:creationId xmlns:a16="http://schemas.microsoft.com/office/drawing/2014/main" id="{B9B918DA-755F-409D-88FC-3356EFAA7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6008"/>
              </p:ext>
            </p:extLst>
          </p:nvPr>
        </p:nvGraphicFramePr>
        <p:xfrm>
          <a:off x="28148486" y="2041393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周海若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北京大学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15377082758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396182015@qq.com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197" name="表格 196">
            <a:extLst>
              <a:ext uri="{FF2B5EF4-FFF2-40B4-BE49-F238E27FC236}">
                <a16:creationId xmlns:a16="http://schemas.microsoft.com/office/drawing/2014/main" id="{8FE03CA3-8C72-45A8-B57B-9A8B7F328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775451"/>
              </p:ext>
            </p:extLst>
          </p:nvPr>
        </p:nvGraphicFramePr>
        <p:xfrm>
          <a:off x="28148480" y="1455749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陈子豪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北京航空航天大学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18811071108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present1996@foxmail.com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198" name="表格 197">
            <a:extLst>
              <a:ext uri="{FF2B5EF4-FFF2-40B4-BE49-F238E27FC236}">
                <a16:creationId xmlns:a16="http://schemas.microsoft.com/office/drawing/2014/main" id="{E48E6062-A014-4062-869D-AF6FA3D3B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673269"/>
              </p:ext>
            </p:extLst>
          </p:nvPr>
        </p:nvGraphicFramePr>
        <p:xfrm>
          <a:off x="28148486" y="2340333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邵雅婵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清华大学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17888825759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shaoyachan1997@qq.com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199" name="表格 198">
            <a:extLst>
              <a:ext uri="{FF2B5EF4-FFF2-40B4-BE49-F238E27FC236}">
                <a16:creationId xmlns:a16="http://schemas.microsoft.com/office/drawing/2014/main" id="{B3A3DEA9-BB93-42BB-98EB-36EDFFE17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406141"/>
              </p:ext>
            </p:extLst>
          </p:nvPr>
        </p:nvGraphicFramePr>
        <p:xfrm>
          <a:off x="28148486" y="1750770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汪芳洁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首都医科大学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15810583068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Madar2014@126.com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206" name="左中括号 205">
            <a:extLst>
              <a:ext uri="{FF2B5EF4-FFF2-40B4-BE49-F238E27FC236}">
                <a16:creationId xmlns:a16="http://schemas.microsoft.com/office/drawing/2014/main" id="{754B4095-D1F4-49CC-B196-2CB8AAFC636A}"/>
              </a:ext>
            </a:extLst>
          </p:cNvPr>
          <p:cNvSpPr/>
          <p:nvPr/>
        </p:nvSpPr>
        <p:spPr>
          <a:xfrm>
            <a:off x="27995880" y="1581878"/>
            <a:ext cx="152606" cy="1180981"/>
          </a:xfrm>
          <a:prstGeom prst="leftBracket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" name="连接符: 肘形 207">
            <a:extLst>
              <a:ext uri="{FF2B5EF4-FFF2-40B4-BE49-F238E27FC236}">
                <a16:creationId xmlns:a16="http://schemas.microsoft.com/office/drawing/2014/main" id="{F177B6F4-716E-461F-80C7-EC70605482C7}"/>
              </a:ext>
            </a:extLst>
          </p:cNvPr>
          <p:cNvCxnSpPr>
            <a:cxnSpLocks/>
            <a:stCxn id="191" idx="0"/>
            <a:endCxn id="206" idx="1"/>
          </p:cNvCxnSpPr>
          <p:nvPr/>
        </p:nvCxnSpPr>
        <p:spPr>
          <a:xfrm rot="5400000" flipH="1" flipV="1">
            <a:off x="25069714" y="1181130"/>
            <a:ext cx="1934926" cy="3917405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椭圆 212">
            <a:extLst>
              <a:ext uri="{FF2B5EF4-FFF2-40B4-BE49-F238E27FC236}">
                <a16:creationId xmlns:a16="http://schemas.microsoft.com/office/drawing/2014/main" id="{38D92D39-9C76-4D44-9A0F-FCE15A909DA8}"/>
              </a:ext>
            </a:extLst>
          </p:cNvPr>
          <p:cNvSpPr/>
          <p:nvPr/>
        </p:nvSpPr>
        <p:spPr>
          <a:xfrm>
            <a:off x="24148916" y="4183327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14" name="表格 213">
            <a:extLst>
              <a:ext uri="{FF2B5EF4-FFF2-40B4-BE49-F238E27FC236}">
                <a16:creationId xmlns:a16="http://schemas.microsoft.com/office/drawing/2014/main" id="{2C6D1A4E-28C2-48F7-8497-E71AA6DD1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95410"/>
              </p:ext>
            </p:extLst>
          </p:nvPr>
        </p:nvGraphicFramePr>
        <p:xfrm>
          <a:off x="28148484" y="2929896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陈传铭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天津大学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13323387820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chencm@tju.edu.cn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15" name="表格 214">
            <a:extLst>
              <a:ext uri="{FF2B5EF4-FFF2-40B4-BE49-F238E27FC236}">
                <a16:creationId xmlns:a16="http://schemas.microsoft.com/office/drawing/2014/main" id="{A485B67C-27A2-4675-BF73-B881E50F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364923"/>
              </p:ext>
            </p:extLst>
          </p:nvPr>
        </p:nvGraphicFramePr>
        <p:xfrm>
          <a:off x="28148484" y="3222322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成伟迪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中国民航大学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15927132512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851264963@qq.com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216" name="左中括号 215">
            <a:extLst>
              <a:ext uri="{FF2B5EF4-FFF2-40B4-BE49-F238E27FC236}">
                <a16:creationId xmlns:a16="http://schemas.microsoft.com/office/drawing/2014/main" id="{1D412F9A-5F64-4FA9-87AA-B17E658C2288}"/>
              </a:ext>
            </a:extLst>
          </p:cNvPr>
          <p:cNvSpPr/>
          <p:nvPr/>
        </p:nvSpPr>
        <p:spPr>
          <a:xfrm>
            <a:off x="27965400" y="3094197"/>
            <a:ext cx="183086" cy="322103"/>
          </a:xfrm>
          <a:prstGeom prst="leftBracket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8" name="连接符: 肘形 217">
            <a:extLst>
              <a:ext uri="{FF2B5EF4-FFF2-40B4-BE49-F238E27FC236}">
                <a16:creationId xmlns:a16="http://schemas.microsoft.com/office/drawing/2014/main" id="{0E84DF1A-F810-49FE-8046-B1F77673452B}"/>
              </a:ext>
            </a:extLst>
          </p:cNvPr>
          <p:cNvCxnSpPr>
            <a:cxnSpLocks/>
            <a:stCxn id="213" idx="0"/>
            <a:endCxn id="216" idx="1"/>
          </p:cNvCxnSpPr>
          <p:nvPr/>
        </p:nvCxnSpPr>
        <p:spPr>
          <a:xfrm rot="5400000" flipH="1" flipV="1">
            <a:off x="25607109" y="1825036"/>
            <a:ext cx="928078" cy="3788504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椭圆 219">
            <a:extLst>
              <a:ext uri="{FF2B5EF4-FFF2-40B4-BE49-F238E27FC236}">
                <a16:creationId xmlns:a16="http://schemas.microsoft.com/office/drawing/2014/main" id="{5036F17C-172F-4B99-BD84-08F71D7A8024}"/>
              </a:ext>
            </a:extLst>
          </p:cNvPr>
          <p:cNvSpPr/>
          <p:nvPr/>
        </p:nvSpPr>
        <p:spPr>
          <a:xfrm>
            <a:off x="24202895" y="4849203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D4E2C3D4-96DB-4F8A-95A2-971D82EBD0A1}"/>
              </a:ext>
            </a:extLst>
          </p:cNvPr>
          <p:cNvSpPr/>
          <p:nvPr/>
        </p:nvSpPr>
        <p:spPr>
          <a:xfrm>
            <a:off x="24548769" y="4900148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CC419EC7-FA0B-4398-B10B-6AEA99F426E5}"/>
              </a:ext>
            </a:extLst>
          </p:cNvPr>
          <p:cNvSpPr/>
          <p:nvPr/>
        </p:nvSpPr>
        <p:spPr>
          <a:xfrm>
            <a:off x="24473226" y="4985301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20BFD17B-3FFD-4B2F-BD59-57CADAEA4280}"/>
              </a:ext>
            </a:extLst>
          </p:cNvPr>
          <p:cNvSpPr/>
          <p:nvPr/>
        </p:nvSpPr>
        <p:spPr>
          <a:xfrm>
            <a:off x="24074303" y="4956013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BF62D08A-FE5C-4444-9EAF-ECC5552F30C6}"/>
              </a:ext>
            </a:extLst>
          </p:cNvPr>
          <p:cNvSpPr/>
          <p:nvPr/>
        </p:nvSpPr>
        <p:spPr>
          <a:xfrm>
            <a:off x="24124841" y="5361331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BB18612C-6025-444F-836B-9B43EEAAD5DE}"/>
              </a:ext>
            </a:extLst>
          </p:cNvPr>
          <p:cNvSpPr/>
          <p:nvPr/>
        </p:nvSpPr>
        <p:spPr>
          <a:xfrm>
            <a:off x="24183715" y="5427021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007E61AE-8978-4BF9-9055-4BC4CB90300F}"/>
              </a:ext>
            </a:extLst>
          </p:cNvPr>
          <p:cNvSpPr/>
          <p:nvPr/>
        </p:nvSpPr>
        <p:spPr>
          <a:xfrm>
            <a:off x="24660492" y="5280368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27" name="表格 226">
            <a:extLst>
              <a:ext uri="{FF2B5EF4-FFF2-40B4-BE49-F238E27FC236}">
                <a16:creationId xmlns:a16="http://schemas.microsoft.com/office/drawing/2014/main" id="{635DA276-D0B5-4D20-AC37-BF5953133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486683"/>
              </p:ext>
            </p:extLst>
          </p:nvPr>
        </p:nvGraphicFramePr>
        <p:xfrm>
          <a:off x="28148484" y="3514748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李锦川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中国科学技术大学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17356588675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409634349@qq.com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235" name="连接符: 肘形 234">
            <a:extLst>
              <a:ext uri="{FF2B5EF4-FFF2-40B4-BE49-F238E27FC236}">
                <a16:creationId xmlns:a16="http://schemas.microsoft.com/office/drawing/2014/main" id="{6D321F8D-207E-46C1-B7AE-A7F15FA5B7A6}"/>
              </a:ext>
            </a:extLst>
          </p:cNvPr>
          <p:cNvCxnSpPr>
            <a:cxnSpLocks/>
            <a:stCxn id="220" idx="0"/>
            <a:endCxn id="227" idx="1"/>
          </p:cNvCxnSpPr>
          <p:nvPr/>
        </p:nvCxnSpPr>
        <p:spPr>
          <a:xfrm rot="5400000" flipH="1" flipV="1">
            <a:off x="25597187" y="2297907"/>
            <a:ext cx="1184985" cy="3917609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椭圆 237">
            <a:extLst>
              <a:ext uri="{FF2B5EF4-FFF2-40B4-BE49-F238E27FC236}">
                <a16:creationId xmlns:a16="http://schemas.microsoft.com/office/drawing/2014/main" id="{D216AD7F-9159-4F83-A105-309601AE20CD}"/>
              </a:ext>
            </a:extLst>
          </p:cNvPr>
          <p:cNvSpPr/>
          <p:nvPr/>
        </p:nvSpPr>
        <p:spPr>
          <a:xfrm>
            <a:off x="24417266" y="5285533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40" name="表格 239">
            <a:extLst>
              <a:ext uri="{FF2B5EF4-FFF2-40B4-BE49-F238E27FC236}">
                <a16:creationId xmlns:a16="http://schemas.microsoft.com/office/drawing/2014/main" id="{3E4E5B27-56D0-4ABB-9CEE-D91B71E9C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399480"/>
              </p:ext>
            </p:extLst>
          </p:nvPr>
        </p:nvGraphicFramePr>
        <p:xfrm>
          <a:off x="28148484" y="3806809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曹琪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上海财经大学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15171483577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caoqi1997@163.com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41" name="表格 240">
            <a:extLst>
              <a:ext uri="{FF2B5EF4-FFF2-40B4-BE49-F238E27FC236}">
                <a16:creationId xmlns:a16="http://schemas.microsoft.com/office/drawing/2014/main" id="{6569A3EE-2621-4425-AD2C-BF37E4B27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190545"/>
              </p:ext>
            </p:extLst>
          </p:nvPr>
        </p:nvGraphicFramePr>
        <p:xfrm>
          <a:off x="28148484" y="4098869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廖望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上海交通大学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17615012876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liaowangshuaige@icloud.com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43" name="表格 242">
            <a:extLst>
              <a:ext uri="{FF2B5EF4-FFF2-40B4-BE49-F238E27FC236}">
                <a16:creationId xmlns:a16="http://schemas.microsoft.com/office/drawing/2014/main" id="{4F276EFB-0D16-42C9-A03F-CFE063A00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285001"/>
              </p:ext>
            </p:extLst>
          </p:nvPr>
        </p:nvGraphicFramePr>
        <p:xfrm>
          <a:off x="28148484" y="4390930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陈伟哲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同济大学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18340832771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Cwzwithu@iCloud.com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244" name="左中括号 243">
            <a:extLst>
              <a:ext uri="{FF2B5EF4-FFF2-40B4-BE49-F238E27FC236}">
                <a16:creationId xmlns:a16="http://schemas.microsoft.com/office/drawing/2014/main" id="{A648EA4C-6B98-43D9-9C55-8A5529F69AC4}"/>
              </a:ext>
            </a:extLst>
          </p:cNvPr>
          <p:cNvSpPr/>
          <p:nvPr/>
        </p:nvSpPr>
        <p:spPr>
          <a:xfrm>
            <a:off x="27965400" y="3956279"/>
            <a:ext cx="183084" cy="571697"/>
          </a:xfrm>
          <a:prstGeom prst="leftBracket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6" name="连接符: 肘形 245">
            <a:extLst>
              <a:ext uri="{FF2B5EF4-FFF2-40B4-BE49-F238E27FC236}">
                <a16:creationId xmlns:a16="http://schemas.microsoft.com/office/drawing/2014/main" id="{4B9DDC18-5949-4F4D-964C-59FFB59DFE94}"/>
              </a:ext>
            </a:extLst>
          </p:cNvPr>
          <p:cNvCxnSpPr>
            <a:cxnSpLocks/>
            <a:stCxn id="221" idx="0"/>
            <a:endCxn id="244" idx="1"/>
          </p:cNvCxnSpPr>
          <p:nvPr/>
        </p:nvCxnSpPr>
        <p:spPr>
          <a:xfrm rot="5400000" flipH="1" flipV="1">
            <a:off x="25942064" y="2876813"/>
            <a:ext cx="658020" cy="3388651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8" name="表格 247">
            <a:extLst>
              <a:ext uri="{FF2B5EF4-FFF2-40B4-BE49-F238E27FC236}">
                <a16:creationId xmlns:a16="http://schemas.microsoft.com/office/drawing/2014/main" id="{6C04E1C2-68E6-4ED3-AC58-C4BD023E0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568426"/>
              </p:ext>
            </p:extLst>
          </p:nvPr>
        </p:nvGraphicFramePr>
        <p:xfrm>
          <a:off x="28148484" y="4682648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孙美瑶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浙江大学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18086030686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sssmeiyao@163.com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250" name="连接符: 肘形 249">
            <a:extLst>
              <a:ext uri="{FF2B5EF4-FFF2-40B4-BE49-F238E27FC236}">
                <a16:creationId xmlns:a16="http://schemas.microsoft.com/office/drawing/2014/main" id="{A165A2C5-EDD8-4869-AC20-0E2777927C3A}"/>
              </a:ext>
            </a:extLst>
          </p:cNvPr>
          <p:cNvCxnSpPr>
            <a:stCxn id="222" idx="0"/>
            <a:endCxn id="248" idx="1"/>
          </p:cNvCxnSpPr>
          <p:nvPr/>
        </p:nvCxnSpPr>
        <p:spPr>
          <a:xfrm rot="5400000" flipH="1" flipV="1">
            <a:off x="26248254" y="3085071"/>
            <a:ext cx="153183" cy="3647278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1" name="表格 250">
            <a:extLst>
              <a:ext uri="{FF2B5EF4-FFF2-40B4-BE49-F238E27FC236}">
                <a16:creationId xmlns:a16="http://schemas.microsoft.com/office/drawing/2014/main" id="{AB18CB47-8CB4-41B2-BCEA-0C94D4148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969085"/>
              </p:ext>
            </p:extLst>
          </p:nvPr>
        </p:nvGraphicFramePr>
        <p:xfrm>
          <a:off x="28148484" y="4976037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吴昊璟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国家电网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15071665182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2" name="表格 251">
            <a:extLst>
              <a:ext uri="{FF2B5EF4-FFF2-40B4-BE49-F238E27FC236}">
                <a16:creationId xmlns:a16="http://schemas.microsoft.com/office/drawing/2014/main" id="{4BADF26E-6294-4B4F-AF5B-7599F8886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720859"/>
              </p:ext>
            </p:extLst>
          </p:nvPr>
        </p:nvGraphicFramePr>
        <p:xfrm>
          <a:off x="28148484" y="5267737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刘济汉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华中科技大学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15927349907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2510922658@qq.com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3" name="表格 252">
            <a:extLst>
              <a:ext uri="{FF2B5EF4-FFF2-40B4-BE49-F238E27FC236}">
                <a16:creationId xmlns:a16="http://schemas.microsoft.com/office/drawing/2014/main" id="{E9054355-EA30-46BB-A15D-F767814BD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675680"/>
              </p:ext>
            </p:extLst>
          </p:nvPr>
        </p:nvGraphicFramePr>
        <p:xfrm>
          <a:off x="28148483" y="5559671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彭博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华中科技大学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15102742748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1808238381@qq.com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4" name="表格 253">
            <a:extLst>
              <a:ext uri="{FF2B5EF4-FFF2-40B4-BE49-F238E27FC236}">
                <a16:creationId xmlns:a16="http://schemas.microsoft.com/office/drawing/2014/main" id="{8921BDF7-23F9-4DB1-A2C3-4B0B639C8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305985"/>
              </p:ext>
            </p:extLst>
          </p:nvPr>
        </p:nvGraphicFramePr>
        <p:xfrm>
          <a:off x="28148482" y="5851605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杨子伟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华中科技大学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13986211221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will1015336146@outlook.com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5" name="表格 254">
            <a:extLst>
              <a:ext uri="{FF2B5EF4-FFF2-40B4-BE49-F238E27FC236}">
                <a16:creationId xmlns:a16="http://schemas.microsoft.com/office/drawing/2014/main" id="{B232920D-5302-431B-9841-51EEC4BA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712184"/>
              </p:ext>
            </p:extLst>
          </p:nvPr>
        </p:nvGraphicFramePr>
        <p:xfrm>
          <a:off x="28148482" y="6143539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吴波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江夏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18008625875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332678005@qq.com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6" name="表格 255">
            <a:extLst>
              <a:ext uri="{FF2B5EF4-FFF2-40B4-BE49-F238E27FC236}">
                <a16:creationId xmlns:a16="http://schemas.microsoft.com/office/drawing/2014/main" id="{093BA231-E007-43CA-8560-F0F6449E1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88314"/>
              </p:ext>
            </p:extLst>
          </p:nvPr>
        </p:nvGraphicFramePr>
        <p:xfrm>
          <a:off x="28148482" y="6435473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蒋志明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盛隆电气子公司光谷电气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13971454089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7" name="表格 256">
            <a:extLst>
              <a:ext uri="{FF2B5EF4-FFF2-40B4-BE49-F238E27FC236}">
                <a16:creationId xmlns:a16="http://schemas.microsoft.com/office/drawing/2014/main" id="{45981322-42D1-4573-A80A-F9332C3EB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12787"/>
              </p:ext>
            </p:extLst>
          </p:nvPr>
        </p:nvGraphicFramePr>
        <p:xfrm>
          <a:off x="28148482" y="6724914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胡傲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武汉大学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15071319778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724235672@qq.com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8" name="表格 257">
            <a:extLst>
              <a:ext uri="{FF2B5EF4-FFF2-40B4-BE49-F238E27FC236}">
                <a16:creationId xmlns:a16="http://schemas.microsoft.com/office/drawing/2014/main" id="{D1477820-B9BC-41D1-A622-DDEA869AE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736928"/>
              </p:ext>
            </p:extLst>
          </p:nvPr>
        </p:nvGraphicFramePr>
        <p:xfrm>
          <a:off x="28148482" y="7016848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聂聪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武汉大学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13971535401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416838497@qq.com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59" name="表格 258">
            <a:extLst>
              <a:ext uri="{FF2B5EF4-FFF2-40B4-BE49-F238E27FC236}">
                <a16:creationId xmlns:a16="http://schemas.microsoft.com/office/drawing/2014/main" id="{88DF00A4-672E-4D13-B4C2-1439C4C16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042917"/>
              </p:ext>
            </p:extLst>
          </p:nvPr>
        </p:nvGraphicFramePr>
        <p:xfrm>
          <a:off x="28148482" y="7306289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万王方玉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武汉大学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13871488210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277394527@qq.com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260" name="左中括号 259">
            <a:extLst>
              <a:ext uri="{FF2B5EF4-FFF2-40B4-BE49-F238E27FC236}">
                <a16:creationId xmlns:a16="http://schemas.microsoft.com/office/drawing/2014/main" id="{CBA7CE60-17D6-423C-9034-E764A0631A43}"/>
              </a:ext>
            </a:extLst>
          </p:cNvPr>
          <p:cNvSpPr/>
          <p:nvPr/>
        </p:nvSpPr>
        <p:spPr>
          <a:xfrm>
            <a:off x="27952700" y="5111174"/>
            <a:ext cx="205570" cy="2630266"/>
          </a:xfrm>
          <a:prstGeom prst="leftBracket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2" name="连接符: 肘形 261">
            <a:extLst>
              <a:ext uri="{FF2B5EF4-FFF2-40B4-BE49-F238E27FC236}">
                <a16:creationId xmlns:a16="http://schemas.microsoft.com/office/drawing/2014/main" id="{B045EFDF-1BA3-45E0-86AD-CACDA5BC8AAC}"/>
              </a:ext>
            </a:extLst>
          </p:cNvPr>
          <p:cNvCxnSpPr>
            <a:cxnSpLocks/>
            <a:stCxn id="223" idx="4"/>
            <a:endCxn id="260" idx="1"/>
          </p:cNvCxnSpPr>
          <p:nvPr/>
        </p:nvCxnSpPr>
        <p:spPr>
          <a:xfrm rot="16200000" flipH="1">
            <a:off x="25323122" y="3796729"/>
            <a:ext cx="1408738" cy="3850417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4" name="表格 263">
            <a:extLst>
              <a:ext uri="{FF2B5EF4-FFF2-40B4-BE49-F238E27FC236}">
                <a16:creationId xmlns:a16="http://schemas.microsoft.com/office/drawing/2014/main" id="{8C6D3E9E-09F3-4943-BF76-E3AFC39BE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922715"/>
              </p:ext>
            </p:extLst>
          </p:nvPr>
        </p:nvGraphicFramePr>
        <p:xfrm>
          <a:off x="28148481" y="7890996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乔欣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厦门大学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13377852412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404769912@qq.com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266" name="连接符: 肘形 265">
            <a:extLst>
              <a:ext uri="{FF2B5EF4-FFF2-40B4-BE49-F238E27FC236}">
                <a16:creationId xmlns:a16="http://schemas.microsoft.com/office/drawing/2014/main" id="{C4316EFC-1521-45F9-A7DE-852628271A46}"/>
              </a:ext>
            </a:extLst>
          </p:cNvPr>
          <p:cNvCxnSpPr>
            <a:stCxn id="238" idx="4"/>
            <a:endCxn id="264" idx="1"/>
          </p:cNvCxnSpPr>
          <p:nvPr/>
        </p:nvCxnSpPr>
        <p:spPr>
          <a:xfrm rot="16200000" flipH="1">
            <a:off x="24950175" y="4842159"/>
            <a:ext cx="2693377" cy="3703235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7" name="表格 266">
            <a:extLst>
              <a:ext uri="{FF2B5EF4-FFF2-40B4-BE49-F238E27FC236}">
                <a16:creationId xmlns:a16="http://schemas.microsoft.com/office/drawing/2014/main" id="{819C9CE3-E2E0-4883-BFA7-7E78ADE80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789029"/>
              </p:ext>
            </p:extLst>
          </p:nvPr>
        </p:nvGraphicFramePr>
        <p:xfrm>
          <a:off x="28158270" y="8185699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鲁可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广州中医药大学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18813967919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807508249@qq.com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68" name="表格 267">
            <a:extLst>
              <a:ext uri="{FF2B5EF4-FFF2-40B4-BE49-F238E27FC236}">
                <a16:creationId xmlns:a16="http://schemas.microsoft.com/office/drawing/2014/main" id="{C2A3702F-B7DA-4E1F-8CD3-71F9866FC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220179"/>
              </p:ext>
            </p:extLst>
          </p:nvPr>
        </p:nvGraphicFramePr>
        <p:xfrm>
          <a:off x="28148480" y="7601064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谢莉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华中师范大学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271" name="连接符: 肘形 270">
            <a:extLst>
              <a:ext uri="{FF2B5EF4-FFF2-40B4-BE49-F238E27FC236}">
                <a16:creationId xmlns:a16="http://schemas.microsoft.com/office/drawing/2014/main" id="{9A866BAA-46D9-43BE-8888-09DF27F46B4B}"/>
              </a:ext>
            </a:extLst>
          </p:cNvPr>
          <p:cNvCxnSpPr>
            <a:cxnSpLocks/>
            <a:stCxn id="224" idx="4"/>
            <a:endCxn id="267" idx="1"/>
          </p:cNvCxnSpPr>
          <p:nvPr/>
        </p:nvCxnSpPr>
        <p:spPr>
          <a:xfrm rot="16200000" flipH="1">
            <a:off x="24699404" y="4876303"/>
            <a:ext cx="2912282" cy="4005449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9" name="表格 278">
            <a:extLst>
              <a:ext uri="{FF2B5EF4-FFF2-40B4-BE49-F238E27FC236}">
                <a16:creationId xmlns:a16="http://schemas.microsoft.com/office/drawing/2014/main" id="{C8EFB119-47B3-4394-AADE-2AA931477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059923"/>
              </p:ext>
            </p:extLst>
          </p:nvPr>
        </p:nvGraphicFramePr>
        <p:xfrm>
          <a:off x="28158270" y="8468543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甘栋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深圳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15071229247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80" name="表格 279">
            <a:extLst>
              <a:ext uri="{FF2B5EF4-FFF2-40B4-BE49-F238E27FC236}">
                <a16:creationId xmlns:a16="http://schemas.microsoft.com/office/drawing/2014/main" id="{F2C82916-40FF-4792-964F-E828AF6E0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469572"/>
              </p:ext>
            </p:extLst>
          </p:nvPr>
        </p:nvGraphicFramePr>
        <p:xfrm>
          <a:off x="28158270" y="8763306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华能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香港科技大学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15972678808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137103500@qq.com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81" name="表格 280">
            <a:extLst>
              <a:ext uri="{FF2B5EF4-FFF2-40B4-BE49-F238E27FC236}">
                <a16:creationId xmlns:a16="http://schemas.microsoft.com/office/drawing/2014/main" id="{B666E68D-A8B1-4E28-9349-ED3CC310A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115451"/>
              </p:ext>
            </p:extLst>
          </p:nvPr>
        </p:nvGraphicFramePr>
        <p:xfrm>
          <a:off x="28158270" y="9060488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王升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香港大学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18672497321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shengwang27@foxmail.com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282" name="左中括号 281">
            <a:extLst>
              <a:ext uri="{FF2B5EF4-FFF2-40B4-BE49-F238E27FC236}">
                <a16:creationId xmlns:a16="http://schemas.microsoft.com/office/drawing/2014/main" id="{D9A711A6-A829-4574-93DD-9F10785050C4}"/>
              </a:ext>
            </a:extLst>
          </p:cNvPr>
          <p:cNvSpPr/>
          <p:nvPr/>
        </p:nvSpPr>
        <p:spPr>
          <a:xfrm>
            <a:off x="27952700" y="8618013"/>
            <a:ext cx="205570" cy="603202"/>
          </a:xfrm>
          <a:prstGeom prst="leftBracket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4" name="连接符: 肘形 283">
            <a:extLst>
              <a:ext uri="{FF2B5EF4-FFF2-40B4-BE49-F238E27FC236}">
                <a16:creationId xmlns:a16="http://schemas.microsoft.com/office/drawing/2014/main" id="{DB5F9562-CE09-4B27-9EC2-CB4DDF19B5C9}"/>
              </a:ext>
            </a:extLst>
          </p:cNvPr>
          <p:cNvCxnSpPr>
            <a:stCxn id="225" idx="4"/>
            <a:endCxn id="282" idx="1"/>
          </p:cNvCxnSpPr>
          <p:nvPr/>
        </p:nvCxnSpPr>
        <p:spPr>
          <a:xfrm rot="16200000" flipH="1">
            <a:off x="24366679" y="5333592"/>
            <a:ext cx="3431037" cy="3741005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5" name="表格 284">
            <a:extLst>
              <a:ext uri="{FF2B5EF4-FFF2-40B4-BE49-F238E27FC236}">
                <a16:creationId xmlns:a16="http://schemas.microsoft.com/office/drawing/2014/main" id="{27DE2F89-1067-4068-9D18-7231FD41E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345237"/>
              </p:ext>
            </p:extLst>
          </p:nvPr>
        </p:nvGraphicFramePr>
        <p:xfrm>
          <a:off x="28158270" y="9353493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姚峦埔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铭传大学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13429890209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1099168262@qq.com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286" name="表格 285">
            <a:extLst>
              <a:ext uri="{FF2B5EF4-FFF2-40B4-BE49-F238E27FC236}">
                <a16:creationId xmlns:a16="http://schemas.microsoft.com/office/drawing/2014/main" id="{51500C3B-483D-4CDA-A9FF-D7CB6E19A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771035"/>
              </p:ext>
            </p:extLst>
          </p:nvPr>
        </p:nvGraphicFramePr>
        <p:xfrm>
          <a:off x="28158270" y="9646025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韩擎宇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东海大学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18807109440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602758097@qq.com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287" name="左中括号 286">
            <a:extLst>
              <a:ext uri="{FF2B5EF4-FFF2-40B4-BE49-F238E27FC236}">
                <a16:creationId xmlns:a16="http://schemas.microsoft.com/office/drawing/2014/main" id="{3481D95A-9CFC-421D-9D93-90B1EC1E4F8C}"/>
              </a:ext>
            </a:extLst>
          </p:cNvPr>
          <p:cNvSpPr/>
          <p:nvPr/>
        </p:nvSpPr>
        <p:spPr>
          <a:xfrm>
            <a:off x="27952700" y="9484973"/>
            <a:ext cx="183086" cy="322103"/>
          </a:xfrm>
          <a:prstGeom prst="leftBracket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9" name="连接符: 肘形 288">
            <a:extLst>
              <a:ext uri="{FF2B5EF4-FFF2-40B4-BE49-F238E27FC236}">
                <a16:creationId xmlns:a16="http://schemas.microsoft.com/office/drawing/2014/main" id="{78450EF0-C4E7-41ED-9122-07B5D6990BEE}"/>
              </a:ext>
            </a:extLst>
          </p:cNvPr>
          <p:cNvCxnSpPr>
            <a:cxnSpLocks/>
            <a:stCxn id="226" idx="4"/>
            <a:endCxn id="287" idx="1"/>
          </p:cNvCxnSpPr>
          <p:nvPr/>
        </p:nvCxnSpPr>
        <p:spPr>
          <a:xfrm rot="16200000" flipH="1">
            <a:off x="24168536" y="5861860"/>
            <a:ext cx="4304101" cy="3264228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椭圆 291">
            <a:extLst>
              <a:ext uri="{FF2B5EF4-FFF2-40B4-BE49-F238E27FC236}">
                <a16:creationId xmlns:a16="http://schemas.microsoft.com/office/drawing/2014/main" id="{6FB571C9-390E-47B1-A800-2719CABAAA1B}"/>
              </a:ext>
            </a:extLst>
          </p:cNvPr>
          <p:cNvSpPr/>
          <p:nvPr/>
        </p:nvSpPr>
        <p:spPr>
          <a:xfrm>
            <a:off x="24548769" y="3953027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93" name="表格 292">
            <a:extLst>
              <a:ext uri="{FF2B5EF4-FFF2-40B4-BE49-F238E27FC236}">
                <a16:creationId xmlns:a16="http://schemas.microsoft.com/office/drawing/2014/main" id="{288D6B68-E0D2-4C58-88B1-FC386A9C3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830000"/>
              </p:ext>
            </p:extLst>
          </p:nvPr>
        </p:nvGraphicFramePr>
        <p:xfrm>
          <a:off x="28158270" y="1159277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熊常然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东北大学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13998248913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1254348814@qq.com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295" name="连接符: 肘形 294">
            <a:extLst>
              <a:ext uri="{FF2B5EF4-FFF2-40B4-BE49-F238E27FC236}">
                <a16:creationId xmlns:a16="http://schemas.microsoft.com/office/drawing/2014/main" id="{65EE50D5-24AC-4889-B275-4393D6D96ED0}"/>
              </a:ext>
            </a:extLst>
          </p:cNvPr>
          <p:cNvCxnSpPr>
            <a:cxnSpLocks/>
            <a:stCxn id="292" idx="0"/>
            <a:endCxn id="293" idx="1"/>
          </p:cNvCxnSpPr>
          <p:nvPr/>
        </p:nvCxnSpPr>
        <p:spPr>
          <a:xfrm rot="5400000" flipH="1" flipV="1">
            <a:off x="25045369" y="840127"/>
            <a:ext cx="2644280" cy="3581521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椭圆 297">
            <a:extLst>
              <a:ext uri="{FF2B5EF4-FFF2-40B4-BE49-F238E27FC236}">
                <a16:creationId xmlns:a16="http://schemas.microsoft.com/office/drawing/2014/main" id="{7F497D47-600E-4044-84F3-F8961493701E}"/>
              </a:ext>
            </a:extLst>
          </p:cNvPr>
          <p:cNvSpPr/>
          <p:nvPr/>
        </p:nvSpPr>
        <p:spPr>
          <a:xfrm>
            <a:off x="25506031" y="4466420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99" name="表格 298">
            <a:extLst>
              <a:ext uri="{FF2B5EF4-FFF2-40B4-BE49-F238E27FC236}">
                <a16:creationId xmlns:a16="http://schemas.microsoft.com/office/drawing/2014/main" id="{1C3AF6A4-E376-4C1B-8FA2-4B607BFCD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675039"/>
              </p:ext>
            </p:extLst>
          </p:nvPr>
        </p:nvGraphicFramePr>
        <p:xfrm>
          <a:off x="28158270" y="866724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杨逸梵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千叶大学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15652967993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594490394@qq.com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301" name="连接符: 肘形 300">
            <a:extLst>
              <a:ext uri="{FF2B5EF4-FFF2-40B4-BE49-F238E27FC236}">
                <a16:creationId xmlns:a16="http://schemas.microsoft.com/office/drawing/2014/main" id="{44F3F214-514F-4C6E-BDAA-804A84AC6753}"/>
              </a:ext>
            </a:extLst>
          </p:cNvPr>
          <p:cNvCxnSpPr>
            <a:cxnSpLocks/>
            <a:stCxn id="298" idx="0"/>
            <a:endCxn id="299" idx="1"/>
          </p:cNvCxnSpPr>
          <p:nvPr/>
        </p:nvCxnSpPr>
        <p:spPr>
          <a:xfrm rot="5400000" flipH="1" flipV="1">
            <a:off x="25121027" y="1429178"/>
            <a:ext cx="3450226" cy="2624259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椭圆 302">
            <a:extLst>
              <a:ext uri="{FF2B5EF4-FFF2-40B4-BE49-F238E27FC236}">
                <a16:creationId xmlns:a16="http://schemas.microsoft.com/office/drawing/2014/main" id="{9062315C-9A82-4976-80C4-9FD87CD88740}"/>
              </a:ext>
            </a:extLst>
          </p:cNvPr>
          <p:cNvSpPr/>
          <p:nvPr/>
        </p:nvSpPr>
        <p:spPr>
          <a:xfrm>
            <a:off x="25282193" y="4557867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04" name="表格 303">
            <a:extLst>
              <a:ext uri="{FF2B5EF4-FFF2-40B4-BE49-F238E27FC236}">
                <a16:creationId xmlns:a16="http://schemas.microsoft.com/office/drawing/2014/main" id="{243E28D3-6AF8-4224-BB6C-0897641F1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408796"/>
              </p:ext>
            </p:extLst>
          </p:nvPr>
        </p:nvGraphicFramePr>
        <p:xfrm>
          <a:off x="28158270" y="574171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余博源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大阪大学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18571525974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18571525974@163.com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306" name="连接符: 肘形 305">
            <a:extLst>
              <a:ext uri="{FF2B5EF4-FFF2-40B4-BE49-F238E27FC236}">
                <a16:creationId xmlns:a16="http://schemas.microsoft.com/office/drawing/2014/main" id="{330EEF8D-EFB4-4FA3-8DB6-ACDDDCB44AD4}"/>
              </a:ext>
            </a:extLst>
          </p:cNvPr>
          <p:cNvCxnSpPr>
            <a:stCxn id="303" idx="0"/>
            <a:endCxn id="304" idx="1"/>
          </p:cNvCxnSpPr>
          <p:nvPr/>
        </p:nvCxnSpPr>
        <p:spPr>
          <a:xfrm rot="5400000" flipH="1" flipV="1">
            <a:off x="24817108" y="1216706"/>
            <a:ext cx="3834226" cy="2848097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9" name="表格 328">
            <a:extLst>
              <a:ext uri="{FF2B5EF4-FFF2-40B4-BE49-F238E27FC236}">
                <a16:creationId xmlns:a16="http://schemas.microsoft.com/office/drawing/2014/main" id="{240A8851-E846-4A40-81B9-09D471F37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852425"/>
              </p:ext>
            </p:extLst>
          </p:nvPr>
        </p:nvGraphicFramePr>
        <p:xfrm>
          <a:off x="1800218" y="8312129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14199233682@qq.com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15800605730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龚冠西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0" name="表格 329">
            <a:extLst>
              <a:ext uri="{FF2B5EF4-FFF2-40B4-BE49-F238E27FC236}">
                <a16:creationId xmlns:a16="http://schemas.microsoft.com/office/drawing/2014/main" id="{CC28576A-BD3F-4A61-A49A-849E96B05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081285"/>
              </p:ext>
            </p:extLst>
          </p:nvPr>
        </p:nvGraphicFramePr>
        <p:xfrm>
          <a:off x="1800218" y="8609535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18871772373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胡超然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1" name="表格 330">
            <a:extLst>
              <a:ext uri="{FF2B5EF4-FFF2-40B4-BE49-F238E27FC236}">
                <a16:creationId xmlns:a16="http://schemas.microsoft.com/office/drawing/2014/main" id="{5A80C98E-3581-4032-9047-911ABF8AC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181136"/>
              </p:ext>
            </p:extLst>
          </p:nvPr>
        </p:nvGraphicFramePr>
        <p:xfrm>
          <a:off x="1800218" y="8905786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1243032093@qq.com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18401604017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胡远东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2" name="表格 331">
            <a:extLst>
              <a:ext uri="{FF2B5EF4-FFF2-40B4-BE49-F238E27FC236}">
                <a16:creationId xmlns:a16="http://schemas.microsoft.com/office/drawing/2014/main" id="{01D5D573-14C9-47F6-8F1A-AA6A91479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646090"/>
              </p:ext>
            </p:extLst>
          </p:nvPr>
        </p:nvGraphicFramePr>
        <p:xfrm>
          <a:off x="1809991" y="9199662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1335423891@qq.com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18062500047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刘扬凌云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3" name="表格 332">
            <a:extLst>
              <a:ext uri="{FF2B5EF4-FFF2-40B4-BE49-F238E27FC236}">
                <a16:creationId xmlns:a16="http://schemas.microsoft.com/office/drawing/2014/main" id="{86609C78-DB9F-4E62-B8D4-08B405DF5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482645"/>
              </p:ext>
            </p:extLst>
          </p:nvPr>
        </p:nvGraphicFramePr>
        <p:xfrm>
          <a:off x="1809991" y="9494954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457255424@qq.com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18271417054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谭越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4" name="表格 333">
            <a:extLst>
              <a:ext uri="{FF2B5EF4-FFF2-40B4-BE49-F238E27FC236}">
                <a16:creationId xmlns:a16="http://schemas.microsoft.com/office/drawing/2014/main" id="{F1CAE92A-4B9F-4823-8300-EBA540E03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847263"/>
              </p:ext>
            </p:extLst>
          </p:nvPr>
        </p:nvGraphicFramePr>
        <p:xfrm>
          <a:off x="1809991" y="9792478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543313682@qq.com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13795133579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唐玉亭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5" name="表格 334">
            <a:extLst>
              <a:ext uri="{FF2B5EF4-FFF2-40B4-BE49-F238E27FC236}">
                <a16:creationId xmlns:a16="http://schemas.microsoft.com/office/drawing/2014/main" id="{7C14265F-9A87-42AC-9DF3-67A39AE4A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92022"/>
              </p:ext>
            </p:extLst>
          </p:nvPr>
        </p:nvGraphicFramePr>
        <p:xfrm>
          <a:off x="1809991" y="10087445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459744469@qq.com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18627763232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汪旺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6" name="表格 335">
            <a:extLst>
              <a:ext uri="{FF2B5EF4-FFF2-40B4-BE49-F238E27FC236}">
                <a16:creationId xmlns:a16="http://schemas.microsoft.com/office/drawing/2014/main" id="{21FA6A2F-C874-4C6E-9B40-9A6C39772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52201"/>
              </p:ext>
            </p:extLst>
          </p:nvPr>
        </p:nvGraphicFramePr>
        <p:xfrm>
          <a:off x="1809991" y="10383471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13477534320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王淑仪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7" name="表格 336">
            <a:extLst>
              <a:ext uri="{FF2B5EF4-FFF2-40B4-BE49-F238E27FC236}">
                <a16:creationId xmlns:a16="http://schemas.microsoft.com/office/drawing/2014/main" id="{4CC6CDDC-A3C0-48F1-8B5F-8E1931491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578168"/>
              </p:ext>
            </p:extLst>
          </p:nvPr>
        </p:nvGraphicFramePr>
        <p:xfrm>
          <a:off x="1800218" y="10670529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18856034379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夏欣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38" name="表格 337">
            <a:extLst>
              <a:ext uri="{FF2B5EF4-FFF2-40B4-BE49-F238E27FC236}">
                <a16:creationId xmlns:a16="http://schemas.microsoft.com/office/drawing/2014/main" id="{7497747D-6735-41D5-8884-F94813B37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743031"/>
              </p:ext>
            </p:extLst>
          </p:nvPr>
        </p:nvGraphicFramePr>
        <p:xfrm>
          <a:off x="1809991" y="10965496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243811386@qq.com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15624952119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徐攀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43" name="表格 342">
            <a:extLst>
              <a:ext uri="{FF2B5EF4-FFF2-40B4-BE49-F238E27FC236}">
                <a16:creationId xmlns:a16="http://schemas.microsoft.com/office/drawing/2014/main" id="{FB316F36-0BAC-4D5C-B45C-845289463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906455"/>
              </p:ext>
            </p:extLst>
          </p:nvPr>
        </p:nvGraphicFramePr>
        <p:xfrm>
          <a:off x="28158270" y="10259655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华祝杰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44" name="表格 343">
            <a:extLst>
              <a:ext uri="{FF2B5EF4-FFF2-40B4-BE49-F238E27FC236}">
                <a16:creationId xmlns:a16="http://schemas.microsoft.com/office/drawing/2014/main" id="{CA865DC5-6F11-4176-A1C8-AF97A2B7E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472995"/>
              </p:ext>
            </p:extLst>
          </p:nvPr>
        </p:nvGraphicFramePr>
        <p:xfrm>
          <a:off x="28158270" y="10558103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罗仪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50" name="表格 349">
            <a:extLst>
              <a:ext uri="{FF2B5EF4-FFF2-40B4-BE49-F238E27FC236}">
                <a16:creationId xmlns:a16="http://schemas.microsoft.com/office/drawing/2014/main" id="{D07B9870-44C8-4C03-8504-A4CA729EE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92109"/>
              </p:ext>
            </p:extLst>
          </p:nvPr>
        </p:nvGraphicFramePr>
        <p:xfrm>
          <a:off x="28148480" y="10856551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马丹妮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51" name="表格 350">
            <a:extLst>
              <a:ext uri="{FF2B5EF4-FFF2-40B4-BE49-F238E27FC236}">
                <a16:creationId xmlns:a16="http://schemas.microsoft.com/office/drawing/2014/main" id="{2FA41CAE-6F58-4746-BAC4-F2AC90904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836137"/>
              </p:ext>
            </p:extLst>
          </p:nvPr>
        </p:nvGraphicFramePr>
        <p:xfrm>
          <a:off x="28148480" y="11154999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王奕辰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52" name="表格 351">
            <a:extLst>
              <a:ext uri="{FF2B5EF4-FFF2-40B4-BE49-F238E27FC236}">
                <a16:creationId xmlns:a16="http://schemas.microsoft.com/office/drawing/2014/main" id="{794C2FE1-E0CA-479A-8807-0CBA94375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777463"/>
              </p:ext>
            </p:extLst>
          </p:nvPr>
        </p:nvGraphicFramePr>
        <p:xfrm>
          <a:off x="28135786" y="11453447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夏鑫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graphicFrame>
        <p:nvGraphicFramePr>
          <p:cNvPr id="354" name="表格 353">
            <a:extLst>
              <a:ext uri="{FF2B5EF4-FFF2-40B4-BE49-F238E27FC236}">
                <a16:creationId xmlns:a16="http://schemas.microsoft.com/office/drawing/2014/main" id="{1C07C500-A976-4E84-A5BD-1491E5133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021357"/>
              </p:ext>
            </p:extLst>
          </p:nvPr>
        </p:nvGraphicFramePr>
        <p:xfrm>
          <a:off x="28135785" y="11736487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张明达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sp>
        <p:nvSpPr>
          <p:cNvPr id="355" name="文本框 354">
            <a:extLst>
              <a:ext uri="{FF2B5EF4-FFF2-40B4-BE49-F238E27FC236}">
                <a16:creationId xmlns:a16="http://schemas.microsoft.com/office/drawing/2014/main" id="{C504CE8A-8D53-481C-88C5-A35591B8F6A8}"/>
              </a:ext>
            </a:extLst>
          </p:cNvPr>
          <p:cNvSpPr txBox="1"/>
          <p:nvPr/>
        </p:nvSpPr>
        <p:spPr>
          <a:xfrm>
            <a:off x="14182882" y="10366289"/>
            <a:ext cx="9212587" cy="1569660"/>
          </a:xfrm>
          <a:prstGeom prst="rect">
            <a:avLst/>
          </a:prstGeom>
          <a:noFill/>
          <a:effectLst>
            <a:outerShdw blurRad="76200" dist="1905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9600" b="1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9600" b="1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9600" b="1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TA</a:t>
            </a:r>
            <a:r>
              <a:rPr lang="zh-CN" altLang="en-US" sz="9600" b="1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在哪</a:t>
            </a:r>
          </a:p>
        </p:txBody>
      </p:sp>
      <p:sp>
        <p:nvSpPr>
          <p:cNvPr id="356" name="文本框 355">
            <a:extLst>
              <a:ext uri="{FF2B5EF4-FFF2-40B4-BE49-F238E27FC236}">
                <a16:creationId xmlns:a16="http://schemas.microsoft.com/office/drawing/2014/main" id="{FBE2EA91-ED6B-45A4-89C0-2573C33D2CE2}"/>
              </a:ext>
            </a:extLst>
          </p:cNvPr>
          <p:cNvSpPr txBox="1"/>
          <p:nvPr/>
        </p:nvSpPr>
        <p:spPr>
          <a:xfrm>
            <a:off x="21540474" y="11937645"/>
            <a:ext cx="1854995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b="1" spc="-15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l+l l +K    20180719</a:t>
            </a:r>
            <a:endParaRPr lang="zh-CN" altLang="en-US" b="1" spc="-15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57" name="椭圆 356">
            <a:extLst>
              <a:ext uri="{FF2B5EF4-FFF2-40B4-BE49-F238E27FC236}">
                <a16:creationId xmlns:a16="http://schemas.microsoft.com/office/drawing/2014/main" id="{1541F20A-B0C8-40B0-A0DF-77BB301D16F1}"/>
              </a:ext>
            </a:extLst>
          </p:cNvPr>
          <p:cNvSpPr/>
          <p:nvPr/>
        </p:nvSpPr>
        <p:spPr>
          <a:xfrm>
            <a:off x="23778765" y="6787940"/>
            <a:ext cx="55960" cy="61556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58" name="表格 357">
            <a:extLst>
              <a:ext uri="{FF2B5EF4-FFF2-40B4-BE49-F238E27FC236}">
                <a16:creationId xmlns:a16="http://schemas.microsoft.com/office/drawing/2014/main" id="{258CA288-134C-4FFA-862F-24528B85D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402820"/>
              </p:ext>
            </p:extLst>
          </p:nvPr>
        </p:nvGraphicFramePr>
        <p:xfrm>
          <a:off x="28158270" y="288670"/>
          <a:ext cx="6051023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08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21828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陈逸钊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新加坡国立大学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18608036995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u="none"/>
                        <a:t>461910920@qq.com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360" name="连接符: 肘形 359">
            <a:extLst>
              <a:ext uri="{FF2B5EF4-FFF2-40B4-BE49-F238E27FC236}">
                <a16:creationId xmlns:a16="http://schemas.microsoft.com/office/drawing/2014/main" id="{6BC565C4-6451-4B3A-95E1-144D75C627C1}"/>
              </a:ext>
            </a:extLst>
          </p:cNvPr>
          <p:cNvCxnSpPr>
            <a:cxnSpLocks/>
            <a:stCxn id="357" idx="0"/>
            <a:endCxn id="358" idx="1"/>
          </p:cNvCxnSpPr>
          <p:nvPr/>
        </p:nvCxnSpPr>
        <p:spPr>
          <a:xfrm rot="5400000" flipH="1" flipV="1">
            <a:off x="22807607" y="1437278"/>
            <a:ext cx="6349800" cy="4351525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2" name="表格 161">
            <a:extLst>
              <a:ext uri="{FF2B5EF4-FFF2-40B4-BE49-F238E27FC236}">
                <a16:creationId xmlns:a16="http://schemas.microsoft.com/office/drawing/2014/main" id="{D1051A2F-EC1F-4B71-BFDF-19586F670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43838"/>
              </p:ext>
            </p:extLst>
          </p:nvPr>
        </p:nvGraphicFramePr>
        <p:xfrm>
          <a:off x="1800202" y="6226586"/>
          <a:ext cx="6051022" cy="29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077">
                  <a:extLst>
                    <a:ext uri="{9D8B030D-6E8A-4147-A177-3AD203B41FA5}">
                      <a16:colId xmlns:a16="http://schemas.microsoft.com/office/drawing/2014/main" val="40113884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30271152"/>
                    </a:ext>
                  </a:extLst>
                </a:gridCol>
                <a:gridCol w="2293530">
                  <a:extLst>
                    <a:ext uri="{9D8B030D-6E8A-4147-A177-3AD203B41FA5}">
                      <a16:colId xmlns:a16="http://schemas.microsoft.com/office/drawing/2014/main" val="1158460889"/>
                    </a:ext>
                  </a:extLst>
                </a:gridCol>
                <a:gridCol w="871415">
                  <a:extLst>
                    <a:ext uri="{9D8B030D-6E8A-4147-A177-3AD203B41FA5}">
                      <a16:colId xmlns:a16="http://schemas.microsoft.com/office/drawing/2014/main" val="3103398364"/>
                    </a:ext>
                  </a:extLst>
                </a:gridCol>
              </a:tblGrid>
              <a:tr h="298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  <a:endParaRPr lang="zh-CN" alt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NULL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伦敦大学学院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u="none"/>
                        <a:t>池心怡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316806"/>
                  </a:ext>
                </a:extLst>
              </a:tr>
            </a:tbl>
          </a:graphicData>
        </a:graphic>
      </p:graphicFrame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F2D3ADF9-1724-4F8A-B88F-29EC82489560}"/>
              </a:ext>
            </a:extLst>
          </p:cNvPr>
          <p:cNvCxnSpPr>
            <a:cxnSpLocks/>
            <a:endCxn id="162" idx="3"/>
          </p:cNvCxnSpPr>
          <p:nvPr/>
        </p:nvCxnSpPr>
        <p:spPr>
          <a:xfrm rot="5400000">
            <a:off x="7834417" y="6097668"/>
            <a:ext cx="295195" cy="261580"/>
          </a:xfrm>
          <a:prstGeom prst="bentConnector2">
            <a:avLst/>
          </a:prstGeom>
          <a:ln w="12700" cmpd="sng">
            <a:solidFill>
              <a:schemeClr val="tx1"/>
            </a:solidFill>
          </a:ln>
          <a:effectLst>
            <a:glow rad="12700">
              <a:schemeClr val="bg1"/>
            </a:glow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098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1163</TotalTime>
  <Words>638</Words>
  <Application>Microsoft Office PowerPoint</Application>
  <PresentationFormat>自定义</PresentationFormat>
  <Paragraphs>294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Wang, Yifu</dc:creator>
  <cp:lastModifiedBy>Wang, Yifu</cp:lastModifiedBy>
  <cp:revision>28</cp:revision>
  <cp:lastPrinted>2018-07-18T14:31:37Z</cp:lastPrinted>
  <dcterms:created xsi:type="dcterms:W3CDTF">2018-07-18T13:55:53Z</dcterms:created>
  <dcterms:modified xsi:type="dcterms:W3CDTF">2018-07-19T10:37:18Z</dcterms:modified>
</cp:coreProperties>
</file>